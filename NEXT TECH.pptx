
<file path=[Content_Types].xml><?xml version="1.0" encoding="utf-8"?>
<Types xmlns="http://schemas.openxmlformats.org/package/2006/content-types">
  <Default Extension="jfif" ContentType="image/jpeg"/>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7" r:id="rId2"/>
    <p:sldId id="258" r:id="rId3"/>
    <p:sldId id="268" r:id="rId4"/>
    <p:sldId id="281" r:id="rId5"/>
    <p:sldId id="269" r:id="rId6"/>
    <p:sldId id="270" r:id="rId7"/>
    <p:sldId id="271" r:id="rId8"/>
    <p:sldId id="272" r:id="rId9"/>
    <p:sldId id="273" r:id="rId10"/>
    <p:sldId id="276" r:id="rId11"/>
    <p:sldId id="277" r:id="rId12"/>
    <p:sldId id="274" r:id="rId13"/>
    <p:sldId id="278" r:id="rId14"/>
    <p:sldId id="279" r:id="rId15"/>
    <p:sldId id="28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72C51"/>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7" d="100"/>
          <a:sy n="117" d="100"/>
        </p:scale>
        <p:origin x="25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41B5B7-0456-428F-BCF5-DB7B0115631C}" type="datetimeFigureOut">
              <a:rPr lang="en-GH" smtClean="0"/>
              <a:t>17/02/2026</a:t>
            </a:fld>
            <a:endParaRPr lang="en-G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98EA50-4E95-4B0F-8436-890B6923D821}" type="slidenum">
              <a:rPr lang="en-GH" smtClean="0"/>
              <a:t>‹#›</a:t>
            </a:fld>
            <a:endParaRPr lang="en-GH"/>
          </a:p>
        </p:txBody>
      </p:sp>
    </p:spTree>
    <p:extLst>
      <p:ext uri="{BB962C8B-B14F-4D97-AF65-F5344CB8AC3E}">
        <p14:creationId xmlns:p14="http://schemas.microsoft.com/office/powerpoint/2010/main" val="15307839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F4FD7-C4F2-4777-9386-7796C289EF25}"/>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A9805064-6A9D-453D-9505-4F3EE6B8ED9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4EB33DE9-4D33-442F-BD07-660B81D0CC05}"/>
              </a:ext>
            </a:extLst>
          </p:cNvPr>
          <p:cNvSpPr>
            <a:spLocks noGrp="1"/>
          </p:cNvSpPr>
          <p:nvPr>
            <p:ph type="dt" sz="half" idx="10"/>
          </p:nvPr>
        </p:nvSpPr>
        <p:spPr/>
        <p:txBody>
          <a:bodyPr/>
          <a:lstStyle/>
          <a:p>
            <a:fld id="{A89F1F01-5048-4C54-BEDA-74E79F35BF87}" type="datetime1">
              <a:rPr lang="en-US" smtClean="0"/>
              <a:t>2/17/2026</a:t>
            </a:fld>
            <a:endParaRPr lang="en-US"/>
          </a:p>
        </p:txBody>
      </p:sp>
      <p:sp>
        <p:nvSpPr>
          <p:cNvPr id="5" name="Footer Placeholder 4">
            <a:extLst>
              <a:ext uri="{FF2B5EF4-FFF2-40B4-BE49-F238E27FC236}">
                <a16:creationId xmlns:a16="http://schemas.microsoft.com/office/drawing/2014/main" id="{4974FE34-428B-465D-AB59-B82046B140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080833-9850-46EE-BD17-15F35730E281}"/>
              </a:ext>
            </a:extLst>
          </p:cNvPr>
          <p:cNvSpPr>
            <a:spLocks noGrp="1"/>
          </p:cNvSpPr>
          <p:nvPr>
            <p:ph type="sldNum" sz="quarter" idx="12"/>
          </p:nvPr>
        </p:nvSpPr>
        <p:spPr/>
        <p:txBody>
          <a:bodyPr/>
          <a:lstStyle/>
          <a:p>
            <a:fld id="{D0BF8645-C839-45DF-AEB8-FDDC90870F86}" type="slidenum">
              <a:rPr lang="en-US" smtClean="0"/>
              <a:t>‹#›</a:t>
            </a:fld>
            <a:endParaRPr lang="en-US"/>
          </a:p>
        </p:txBody>
      </p:sp>
    </p:spTree>
    <p:extLst>
      <p:ext uri="{BB962C8B-B14F-4D97-AF65-F5344CB8AC3E}">
        <p14:creationId xmlns:p14="http://schemas.microsoft.com/office/powerpoint/2010/main" val="9825124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287181-73A2-4FC0-B280-5DE6BFE2EF1E}"/>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FC456020-FD92-40C5-B16E-BB26C4BB1815}"/>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B661454-AFC0-4A72-A8E6-44C30C331BE8}"/>
              </a:ext>
            </a:extLst>
          </p:cNvPr>
          <p:cNvSpPr>
            <a:spLocks noGrp="1"/>
          </p:cNvSpPr>
          <p:nvPr>
            <p:ph type="dt" sz="half" idx="10"/>
          </p:nvPr>
        </p:nvSpPr>
        <p:spPr/>
        <p:txBody>
          <a:bodyPr/>
          <a:lstStyle/>
          <a:p>
            <a:fld id="{686E1F57-C71E-4C8C-8BA3-C2B2384A45B3}" type="datetime1">
              <a:rPr lang="en-US" smtClean="0"/>
              <a:t>2/17/2026</a:t>
            </a:fld>
            <a:endParaRPr lang="en-US"/>
          </a:p>
        </p:txBody>
      </p:sp>
      <p:sp>
        <p:nvSpPr>
          <p:cNvPr id="5" name="Footer Placeholder 4">
            <a:extLst>
              <a:ext uri="{FF2B5EF4-FFF2-40B4-BE49-F238E27FC236}">
                <a16:creationId xmlns:a16="http://schemas.microsoft.com/office/drawing/2014/main" id="{8FDC3B95-302D-493B-B80E-4326539C6D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3A0FFE-0B66-410B-9C5A-D5621CCC60C4}"/>
              </a:ext>
            </a:extLst>
          </p:cNvPr>
          <p:cNvSpPr>
            <a:spLocks noGrp="1"/>
          </p:cNvSpPr>
          <p:nvPr>
            <p:ph type="sldNum" sz="quarter" idx="12"/>
          </p:nvPr>
        </p:nvSpPr>
        <p:spPr/>
        <p:txBody>
          <a:bodyPr/>
          <a:lstStyle/>
          <a:p>
            <a:fld id="{D0BF8645-C839-45DF-AEB8-FDDC90870F86}" type="slidenum">
              <a:rPr lang="en-US" smtClean="0"/>
              <a:t>‹#›</a:t>
            </a:fld>
            <a:endParaRPr lang="en-US"/>
          </a:p>
        </p:txBody>
      </p:sp>
    </p:spTree>
    <p:extLst>
      <p:ext uri="{BB962C8B-B14F-4D97-AF65-F5344CB8AC3E}">
        <p14:creationId xmlns:p14="http://schemas.microsoft.com/office/powerpoint/2010/main" val="3449529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FCE24-4247-4B91-906B-E34DB5A7F39D}"/>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D3A39F43-7343-4867-863B-EFB4F192607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77FAFFD-684E-4283-867C-E41D11A83F38}"/>
              </a:ext>
            </a:extLst>
          </p:cNvPr>
          <p:cNvSpPr>
            <a:spLocks noGrp="1"/>
          </p:cNvSpPr>
          <p:nvPr>
            <p:ph type="dt" sz="half" idx="10"/>
          </p:nvPr>
        </p:nvSpPr>
        <p:spPr/>
        <p:txBody>
          <a:bodyPr/>
          <a:lstStyle/>
          <a:p>
            <a:fld id="{6C0B4C76-AD86-4ED1-A921-823E67286D6B}" type="datetime1">
              <a:rPr lang="en-US" smtClean="0"/>
              <a:t>2/17/2026</a:t>
            </a:fld>
            <a:endParaRPr lang="en-US"/>
          </a:p>
        </p:txBody>
      </p:sp>
      <p:sp>
        <p:nvSpPr>
          <p:cNvPr id="5" name="Footer Placeholder 4">
            <a:extLst>
              <a:ext uri="{FF2B5EF4-FFF2-40B4-BE49-F238E27FC236}">
                <a16:creationId xmlns:a16="http://schemas.microsoft.com/office/drawing/2014/main" id="{8BB68496-BE34-4172-857D-F84AF931C0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166BEF-84C9-4971-ACFA-20934ABB97C3}"/>
              </a:ext>
            </a:extLst>
          </p:cNvPr>
          <p:cNvSpPr>
            <a:spLocks noGrp="1"/>
          </p:cNvSpPr>
          <p:nvPr>
            <p:ph type="sldNum" sz="quarter" idx="12"/>
          </p:nvPr>
        </p:nvSpPr>
        <p:spPr/>
        <p:txBody>
          <a:bodyPr/>
          <a:lstStyle/>
          <a:p>
            <a:fld id="{D0BF8645-C839-45DF-AEB8-FDDC90870F86}" type="slidenum">
              <a:rPr lang="en-US" smtClean="0"/>
              <a:t>‹#›</a:t>
            </a:fld>
            <a:endParaRPr lang="en-US"/>
          </a:p>
        </p:txBody>
      </p:sp>
    </p:spTree>
    <p:extLst>
      <p:ext uri="{BB962C8B-B14F-4D97-AF65-F5344CB8AC3E}">
        <p14:creationId xmlns:p14="http://schemas.microsoft.com/office/powerpoint/2010/main" val="1473491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63AE3-8C04-4713-84EA-BE7DFAE76821}"/>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0244CA2-1D9E-4ADA-9996-58D2A4F9AF19}"/>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52A21A64-F154-4CD7-92D0-9806D2C6BB8C}"/>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ADB2506A-D555-4E79-8D84-7D77FFFD4DD7}"/>
              </a:ext>
            </a:extLst>
          </p:cNvPr>
          <p:cNvSpPr>
            <a:spLocks noGrp="1"/>
          </p:cNvSpPr>
          <p:nvPr>
            <p:ph type="dt" sz="half" idx="10"/>
          </p:nvPr>
        </p:nvSpPr>
        <p:spPr/>
        <p:txBody>
          <a:bodyPr/>
          <a:lstStyle/>
          <a:p>
            <a:fld id="{7999658E-86E1-4E92-A319-DE3686D367B3}" type="datetime1">
              <a:rPr lang="en-US" smtClean="0"/>
              <a:t>2/17/2026</a:t>
            </a:fld>
            <a:endParaRPr lang="en-US"/>
          </a:p>
        </p:txBody>
      </p:sp>
      <p:sp>
        <p:nvSpPr>
          <p:cNvPr id="6" name="Footer Placeholder 5">
            <a:extLst>
              <a:ext uri="{FF2B5EF4-FFF2-40B4-BE49-F238E27FC236}">
                <a16:creationId xmlns:a16="http://schemas.microsoft.com/office/drawing/2014/main" id="{5E9EB4E6-1138-4881-A842-7449A452274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2FB20EE-5CB6-4B37-9A60-53E4F0BEF7D6}"/>
              </a:ext>
            </a:extLst>
          </p:cNvPr>
          <p:cNvSpPr>
            <a:spLocks noGrp="1"/>
          </p:cNvSpPr>
          <p:nvPr>
            <p:ph type="sldNum" sz="quarter" idx="12"/>
          </p:nvPr>
        </p:nvSpPr>
        <p:spPr/>
        <p:txBody>
          <a:bodyPr/>
          <a:lstStyle/>
          <a:p>
            <a:fld id="{D0BF8645-C839-45DF-AEB8-FDDC90870F86}" type="slidenum">
              <a:rPr lang="en-US" smtClean="0"/>
              <a:t>‹#›</a:t>
            </a:fld>
            <a:endParaRPr lang="en-US"/>
          </a:p>
        </p:txBody>
      </p:sp>
    </p:spTree>
    <p:extLst>
      <p:ext uri="{BB962C8B-B14F-4D97-AF65-F5344CB8AC3E}">
        <p14:creationId xmlns:p14="http://schemas.microsoft.com/office/powerpoint/2010/main" val="18549216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A87FAC-50D2-4EC2-8B8B-7D44E15B44CB}"/>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4DF48019-F20A-425A-BF20-B2BB4FA6F02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E79757DE-AF6D-49E2-9839-A4E79C8A2605}"/>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00C35CAA-9D94-4F40-93F9-0769342D242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E9A209C2-673F-4D11-A848-D9C6C0EC54EC}"/>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20220C4F-75DC-4706-A7B5-736C182B9BCE}"/>
              </a:ext>
            </a:extLst>
          </p:cNvPr>
          <p:cNvSpPr>
            <a:spLocks noGrp="1"/>
          </p:cNvSpPr>
          <p:nvPr>
            <p:ph type="dt" sz="half" idx="10"/>
          </p:nvPr>
        </p:nvSpPr>
        <p:spPr/>
        <p:txBody>
          <a:bodyPr/>
          <a:lstStyle/>
          <a:p>
            <a:fld id="{DDAF224E-E7BF-4580-93D9-08BA4BA80D33}" type="datetime1">
              <a:rPr lang="en-US" smtClean="0"/>
              <a:t>2/17/2026</a:t>
            </a:fld>
            <a:endParaRPr lang="en-US"/>
          </a:p>
        </p:txBody>
      </p:sp>
      <p:sp>
        <p:nvSpPr>
          <p:cNvPr id="8" name="Footer Placeholder 7">
            <a:extLst>
              <a:ext uri="{FF2B5EF4-FFF2-40B4-BE49-F238E27FC236}">
                <a16:creationId xmlns:a16="http://schemas.microsoft.com/office/drawing/2014/main" id="{ED548C2E-E93E-46AB-A47C-E11582F1BDB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13AE099-C70F-409A-A173-E2C98D53D18D}"/>
              </a:ext>
            </a:extLst>
          </p:cNvPr>
          <p:cNvSpPr>
            <a:spLocks noGrp="1"/>
          </p:cNvSpPr>
          <p:nvPr>
            <p:ph type="sldNum" sz="quarter" idx="12"/>
          </p:nvPr>
        </p:nvSpPr>
        <p:spPr/>
        <p:txBody>
          <a:bodyPr/>
          <a:lstStyle/>
          <a:p>
            <a:fld id="{D0BF8645-C839-45DF-AEB8-FDDC90870F86}" type="slidenum">
              <a:rPr lang="en-US" smtClean="0"/>
              <a:t>‹#›</a:t>
            </a:fld>
            <a:endParaRPr lang="en-US"/>
          </a:p>
        </p:txBody>
      </p:sp>
    </p:spTree>
    <p:extLst>
      <p:ext uri="{BB962C8B-B14F-4D97-AF65-F5344CB8AC3E}">
        <p14:creationId xmlns:p14="http://schemas.microsoft.com/office/powerpoint/2010/main" val="8110797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997C1-64A1-4E54-AD60-7F411EEE2FD2}"/>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AB9633C8-4586-47C7-ADBF-F3CF77C3C6D9}"/>
              </a:ext>
            </a:extLst>
          </p:cNvPr>
          <p:cNvSpPr>
            <a:spLocks noGrp="1"/>
          </p:cNvSpPr>
          <p:nvPr>
            <p:ph type="dt" sz="half" idx="10"/>
          </p:nvPr>
        </p:nvSpPr>
        <p:spPr/>
        <p:txBody>
          <a:bodyPr/>
          <a:lstStyle/>
          <a:p>
            <a:fld id="{AA2FD9A7-E237-4B5B-8736-1F763810E782}" type="datetime1">
              <a:rPr lang="en-US" smtClean="0"/>
              <a:t>2/17/2026</a:t>
            </a:fld>
            <a:endParaRPr lang="en-US"/>
          </a:p>
        </p:txBody>
      </p:sp>
      <p:sp>
        <p:nvSpPr>
          <p:cNvPr id="4" name="Footer Placeholder 3">
            <a:extLst>
              <a:ext uri="{FF2B5EF4-FFF2-40B4-BE49-F238E27FC236}">
                <a16:creationId xmlns:a16="http://schemas.microsoft.com/office/drawing/2014/main" id="{8F749F2E-4335-4974-BAFE-4F3EEE414B0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D25A9CF-C6B7-4782-84A4-8F52A2929498}"/>
              </a:ext>
            </a:extLst>
          </p:cNvPr>
          <p:cNvSpPr>
            <a:spLocks noGrp="1"/>
          </p:cNvSpPr>
          <p:nvPr>
            <p:ph type="sldNum" sz="quarter" idx="12"/>
          </p:nvPr>
        </p:nvSpPr>
        <p:spPr/>
        <p:txBody>
          <a:bodyPr/>
          <a:lstStyle/>
          <a:p>
            <a:fld id="{D0BF8645-C839-45DF-AEB8-FDDC90870F86}" type="slidenum">
              <a:rPr lang="en-US" smtClean="0"/>
              <a:t>‹#›</a:t>
            </a:fld>
            <a:endParaRPr lang="en-US"/>
          </a:p>
        </p:txBody>
      </p:sp>
    </p:spTree>
    <p:extLst>
      <p:ext uri="{BB962C8B-B14F-4D97-AF65-F5344CB8AC3E}">
        <p14:creationId xmlns:p14="http://schemas.microsoft.com/office/powerpoint/2010/main" val="9505020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EB6FDB8-B1A6-4234-98D1-D5D4484B43AB}"/>
              </a:ext>
            </a:extLst>
          </p:cNvPr>
          <p:cNvSpPr>
            <a:spLocks noGrp="1"/>
          </p:cNvSpPr>
          <p:nvPr>
            <p:ph type="dt" sz="half" idx="10"/>
          </p:nvPr>
        </p:nvSpPr>
        <p:spPr/>
        <p:txBody>
          <a:bodyPr/>
          <a:lstStyle/>
          <a:p>
            <a:fld id="{C8DF372F-D039-4261-A230-0B49BE10AC51}" type="datetime1">
              <a:rPr lang="en-US" smtClean="0"/>
              <a:t>2/17/2026</a:t>
            </a:fld>
            <a:endParaRPr lang="en-US"/>
          </a:p>
        </p:txBody>
      </p:sp>
      <p:sp>
        <p:nvSpPr>
          <p:cNvPr id="3" name="Footer Placeholder 2">
            <a:extLst>
              <a:ext uri="{FF2B5EF4-FFF2-40B4-BE49-F238E27FC236}">
                <a16:creationId xmlns:a16="http://schemas.microsoft.com/office/drawing/2014/main" id="{4007892A-D829-4EE8-B061-A995E6CF072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E1E0916-BA95-4E7F-ABAC-B51B73E7FE12}"/>
              </a:ext>
            </a:extLst>
          </p:cNvPr>
          <p:cNvSpPr>
            <a:spLocks noGrp="1"/>
          </p:cNvSpPr>
          <p:nvPr>
            <p:ph type="sldNum" sz="quarter" idx="12"/>
          </p:nvPr>
        </p:nvSpPr>
        <p:spPr/>
        <p:txBody>
          <a:bodyPr/>
          <a:lstStyle/>
          <a:p>
            <a:fld id="{D0BF8645-C839-45DF-AEB8-FDDC90870F86}" type="slidenum">
              <a:rPr lang="en-US" smtClean="0"/>
              <a:t>‹#›</a:t>
            </a:fld>
            <a:endParaRPr lang="en-US"/>
          </a:p>
        </p:txBody>
      </p:sp>
    </p:spTree>
    <p:extLst>
      <p:ext uri="{BB962C8B-B14F-4D97-AF65-F5344CB8AC3E}">
        <p14:creationId xmlns:p14="http://schemas.microsoft.com/office/powerpoint/2010/main" val="6781630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5EA05-C219-4BD4-AAD3-E33B7B58C2A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CA2CDC3-0221-4601-A230-0AA4AC2CFE6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4E8DE7CD-F4E2-4068-BB8D-AF810FB25B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26ED7E4-CA33-42F2-82FA-B5E332D12AA0}"/>
              </a:ext>
            </a:extLst>
          </p:cNvPr>
          <p:cNvSpPr>
            <a:spLocks noGrp="1"/>
          </p:cNvSpPr>
          <p:nvPr>
            <p:ph type="dt" sz="half" idx="10"/>
          </p:nvPr>
        </p:nvSpPr>
        <p:spPr/>
        <p:txBody>
          <a:bodyPr/>
          <a:lstStyle/>
          <a:p>
            <a:fld id="{DE479A42-050C-4D52-AECB-5C6537352B4D}" type="datetime1">
              <a:rPr lang="en-US" smtClean="0"/>
              <a:t>2/17/2026</a:t>
            </a:fld>
            <a:endParaRPr lang="en-US"/>
          </a:p>
        </p:txBody>
      </p:sp>
      <p:sp>
        <p:nvSpPr>
          <p:cNvPr id="6" name="Footer Placeholder 5">
            <a:extLst>
              <a:ext uri="{FF2B5EF4-FFF2-40B4-BE49-F238E27FC236}">
                <a16:creationId xmlns:a16="http://schemas.microsoft.com/office/drawing/2014/main" id="{17ABA463-BB5A-48DD-8157-37361B9F10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2D2F085-1262-4AEF-8E63-9719330658FC}"/>
              </a:ext>
            </a:extLst>
          </p:cNvPr>
          <p:cNvSpPr>
            <a:spLocks noGrp="1"/>
          </p:cNvSpPr>
          <p:nvPr>
            <p:ph type="sldNum" sz="quarter" idx="12"/>
          </p:nvPr>
        </p:nvSpPr>
        <p:spPr/>
        <p:txBody>
          <a:bodyPr/>
          <a:lstStyle/>
          <a:p>
            <a:fld id="{D0BF8645-C839-45DF-AEB8-FDDC90870F86}" type="slidenum">
              <a:rPr lang="en-US" smtClean="0"/>
              <a:t>‹#›</a:t>
            </a:fld>
            <a:endParaRPr lang="en-US"/>
          </a:p>
        </p:txBody>
      </p:sp>
    </p:spTree>
    <p:extLst>
      <p:ext uri="{BB962C8B-B14F-4D97-AF65-F5344CB8AC3E}">
        <p14:creationId xmlns:p14="http://schemas.microsoft.com/office/powerpoint/2010/main" val="37851574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5B94B-24B9-4E88-82F8-E4A8D6FF8D4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0BADB2C1-E58E-472B-B019-93C2C465851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D649245-04B4-4C96-A775-4AA4C5F28B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5C275D4-E9EC-4570-9382-884AE79AB9CA}"/>
              </a:ext>
            </a:extLst>
          </p:cNvPr>
          <p:cNvSpPr>
            <a:spLocks noGrp="1"/>
          </p:cNvSpPr>
          <p:nvPr>
            <p:ph type="dt" sz="half" idx="10"/>
          </p:nvPr>
        </p:nvSpPr>
        <p:spPr/>
        <p:txBody>
          <a:bodyPr/>
          <a:lstStyle/>
          <a:p>
            <a:fld id="{7FD8F899-2EBF-460B-A09C-033E4A291A9E}" type="datetime1">
              <a:rPr lang="en-US" smtClean="0"/>
              <a:t>2/17/2026</a:t>
            </a:fld>
            <a:endParaRPr lang="en-US"/>
          </a:p>
        </p:txBody>
      </p:sp>
      <p:sp>
        <p:nvSpPr>
          <p:cNvPr id="6" name="Footer Placeholder 5">
            <a:extLst>
              <a:ext uri="{FF2B5EF4-FFF2-40B4-BE49-F238E27FC236}">
                <a16:creationId xmlns:a16="http://schemas.microsoft.com/office/drawing/2014/main" id="{2E678296-3AAF-4686-B55A-B4A3FB6D08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C8B6AD5-34EF-48BB-90FE-A3DA00A1DA08}"/>
              </a:ext>
            </a:extLst>
          </p:cNvPr>
          <p:cNvSpPr>
            <a:spLocks noGrp="1"/>
          </p:cNvSpPr>
          <p:nvPr>
            <p:ph type="sldNum" sz="quarter" idx="12"/>
          </p:nvPr>
        </p:nvSpPr>
        <p:spPr/>
        <p:txBody>
          <a:bodyPr/>
          <a:lstStyle/>
          <a:p>
            <a:fld id="{D0BF8645-C839-45DF-AEB8-FDDC90870F86}" type="slidenum">
              <a:rPr lang="en-US" smtClean="0"/>
              <a:t>‹#›</a:t>
            </a:fld>
            <a:endParaRPr lang="en-US"/>
          </a:p>
        </p:txBody>
      </p:sp>
    </p:spTree>
    <p:extLst>
      <p:ext uri="{BB962C8B-B14F-4D97-AF65-F5344CB8AC3E}">
        <p14:creationId xmlns:p14="http://schemas.microsoft.com/office/powerpoint/2010/main" val="25667369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6C56B-2E71-47EF-9E8C-98A6B281B8BD}"/>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EB68777C-9968-4989-83ED-A38BB842889F}"/>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7D528E8-8D14-4FE0-8359-AA0D44F7A25A}"/>
              </a:ext>
            </a:extLst>
          </p:cNvPr>
          <p:cNvSpPr>
            <a:spLocks noGrp="1"/>
          </p:cNvSpPr>
          <p:nvPr>
            <p:ph type="dt" sz="half" idx="10"/>
          </p:nvPr>
        </p:nvSpPr>
        <p:spPr/>
        <p:txBody>
          <a:bodyPr/>
          <a:lstStyle/>
          <a:p>
            <a:fld id="{4059F831-2088-441E-82CF-8FB71072FA1C}" type="datetime1">
              <a:rPr lang="en-US" smtClean="0"/>
              <a:t>2/17/2026</a:t>
            </a:fld>
            <a:endParaRPr lang="en-US"/>
          </a:p>
        </p:txBody>
      </p:sp>
      <p:sp>
        <p:nvSpPr>
          <p:cNvPr id="5" name="Footer Placeholder 4">
            <a:extLst>
              <a:ext uri="{FF2B5EF4-FFF2-40B4-BE49-F238E27FC236}">
                <a16:creationId xmlns:a16="http://schemas.microsoft.com/office/drawing/2014/main" id="{BF90B4D7-F238-4668-A1B8-8BB4DA4463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B0CAF1-1BD4-4388-9D06-A426934C0DD6}"/>
              </a:ext>
            </a:extLst>
          </p:cNvPr>
          <p:cNvSpPr>
            <a:spLocks noGrp="1"/>
          </p:cNvSpPr>
          <p:nvPr>
            <p:ph type="sldNum" sz="quarter" idx="12"/>
          </p:nvPr>
        </p:nvSpPr>
        <p:spPr/>
        <p:txBody>
          <a:bodyPr/>
          <a:lstStyle/>
          <a:p>
            <a:fld id="{D0BF8645-C839-45DF-AEB8-FDDC90870F86}" type="slidenum">
              <a:rPr lang="en-US" smtClean="0"/>
              <a:t>‹#›</a:t>
            </a:fld>
            <a:endParaRPr lang="en-US"/>
          </a:p>
        </p:txBody>
      </p:sp>
    </p:spTree>
    <p:extLst>
      <p:ext uri="{BB962C8B-B14F-4D97-AF65-F5344CB8AC3E}">
        <p14:creationId xmlns:p14="http://schemas.microsoft.com/office/powerpoint/2010/main" val="10779483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5164AD7-EB46-465E-ACC2-DCB5C9DFB8E9}"/>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9B8C690B-4D7B-46B0-9A70-D8A92A6FBE9E}"/>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AEDE2CE-70DB-49B3-836F-1C8751BC383B}"/>
              </a:ext>
            </a:extLst>
          </p:cNvPr>
          <p:cNvSpPr>
            <a:spLocks noGrp="1"/>
          </p:cNvSpPr>
          <p:nvPr>
            <p:ph type="dt" sz="half" idx="10"/>
          </p:nvPr>
        </p:nvSpPr>
        <p:spPr/>
        <p:txBody>
          <a:bodyPr/>
          <a:lstStyle/>
          <a:p>
            <a:fld id="{3FCA88E4-08E1-406F-9246-0EB1A2BDB45A}" type="datetime1">
              <a:rPr lang="en-US" smtClean="0"/>
              <a:t>2/17/2026</a:t>
            </a:fld>
            <a:endParaRPr lang="en-US"/>
          </a:p>
        </p:txBody>
      </p:sp>
      <p:sp>
        <p:nvSpPr>
          <p:cNvPr id="5" name="Footer Placeholder 4">
            <a:extLst>
              <a:ext uri="{FF2B5EF4-FFF2-40B4-BE49-F238E27FC236}">
                <a16:creationId xmlns:a16="http://schemas.microsoft.com/office/drawing/2014/main" id="{7973C763-6A81-483E-AAF1-27B49811E0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36804F-C24F-4B35-8331-7DC3A5FABB10}"/>
              </a:ext>
            </a:extLst>
          </p:cNvPr>
          <p:cNvSpPr>
            <a:spLocks noGrp="1"/>
          </p:cNvSpPr>
          <p:nvPr>
            <p:ph type="sldNum" sz="quarter" idx="12"/>
          </p:nvPr>
        </p:nvSpPr>
        <p:spPr/>
        <p:txBody>
          <a:bodyPr/>
          <a:lstStyle/>
          <a:p>
            <a:fld id="{D0BF8645-C839-45DF-AEB8-FDDC90870F86}" type="slidenum">
              <a:rPr lang="en-US" smtClean="0"/>
              <a:t>‹#›</a:t>
            </a:fld>
            <a:endParaRPr lang="en-US"/>
          </a:p>
        </p:txBody>
      </p:sp>
    </p:spTree>
    <p:extLst>
      <p:ext uri="{BB962C8B-B14F-4D97-AF65-F5344CB8AC3E}">
        <p14:creationId xmlns:p14="http://schemas.microsoft.com/office/powerpoint/2010/main" val="21767931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BC9ACE4-83AC-4F8E-8550-721FF777D7A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1392C82D-C17D-48F1-ADE2-043A0694741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1325E30-7054-4830-A24E-21DB700D3AF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CB05963-26D6-4FF5-9EC4-790CF05B0C1A}" type="datetime1">
              <a:rPr lang="en-US" smtClean="0"/>
              <a:t>2/17/2026</a:t>
            </a:fld>
            <a:endParaRPr lang="en-US"/>
          </a:p>
        </p:txBody>
      </p:sp>
      <p:sp>
        <p:nvSpPr>
          <p:cNvPr id="5" name="Footer Placeholder 4">
            <a:extLst>
              <a:ext uri="{FF2B5EF4-FFF2-40B4-BE49-F238E27FC236}">
                <a16:creationId xmlns:a16="http://schemas.microsoft.com/office/drawing/2014/main" id="{A735B5EF-A0CE-4680-8CB2-0B17784181E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B87F04D-9866-42D0-950C-0D966D7F13B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BF8645-C839-45DF-AEB8-FDDC90870F86}" type="slidenum">
              <a:rPr lang="en-US" smtClean="0"/>
              <a:t>‹#›</a:t>
            </a:fld>
            <a:endParaRPr lang="en-US"/>
          </a:p>
        </p:txBody>
      </p:sp>
    </p:spTree>
    <p:extLst>
      <p:ext uri="{BB962C8B-B14F-4D97-AF65-F5344CB8AC3E}">
        <p14:creationId xmlns:p14="http://schemas.microsoft.com/office/powerpoint/2010/main" val="40037401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fif"/><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fif"/><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6.png"/><Relationship Id="rId7" Type="http://schemas.openxmlformats.org/officeDocument/2006/relationships/image" Target="../media/image9.jfif"/><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8.jfif"/><Relationship Id="rId5" Type="http://schemas.openxmlformats.org/officeDocument/2006/relationships/image" Target="../media/image7.jfif"/><Relationship Id="rId4" Type="http://schemas.microsoft.com/office/2007/relationships/hdphoto" Target="../media/hdphoto1.wdp"/></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13.jpeg"/></Relationships>
</file>

<file path=ppt/slides/_rels/slide1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14.jpeg"/></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15.jpeg"/></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16.jpe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CD62C72-313E-4D15-93DB-B8A7CD479951}"/>
              </a:ext>
            </a:extLst>
          </p:cNvPr>
          <p:cNvPicPr>
            <a:picLocks noChangeAspect="1"/>
          </p:cNvPicPr>
          <p:nvPr/>
        </p:nvPicPr>
        <p:blipFill>
          <a:blip r:embed="rId2">
            <a:extLst>
              <a:ext uri="{28A0092B-C50C-407E-A947-70E740481C1C}">
                <a14:useLocalDpi xmlns:a14="http://schemas.microsoft.com/office/drawing/2010/main" val="0"/>
              </a:ext>
            </a:extLst>
          </a:blip>
          <a:srcRect l="11682" t="27897" r="18752" b="41071"/>
          <a:stretch>
            <a:fillRect/>
          </a:stretch>
        </p:blipFill>
        <p:spPr>
          <a:xfrm>
            <a:off x="616682" y="794402"/>
            <a:ext cx="10254784" cy="3004457"/>
          </a:xfrm>
          <a:prstGeom prst="rect">
            <a:avLst/>
          </a:prstGeom>
        </p:spPr>
      </p:pic>
      <p:sp>
        <p:nvSpPr>
          <p:cNvPr id="2" name="TextBox 1">
            <a:extLst>
              <a:ext uri="{FF2B5EF4-FFF2-40B4-BE49-F238E27FC236}">
                <a16:creationId xmlns:a16="http://schemas.microsoft.com/office/drawing/2014/main" id="{3EB8DEB1-0F70-8CE6-91FC-032935606C3F}"/>
              </a:ext>
            </a:extLst>
          </p:cNvPr>
          <p:cNvSpPr txBox="1"/>
          <p:nvPr/>
        </p:nvSpPr>
        <p:spPr>
          <a:xfrm>
            <a:off x="2974404" y="4098471"/>
            <a:ext cx="5927271" cy="584775"/>
          </a:xfrm>
          <a:prstGeom prst="rect">
            <a:avLst/>
          </a:prstGeom>
          <a:noFill/>
        </p:spPr>
        <p:txBody>
          <a:bodyPr wrap="square" rtlCol="0">
            <a:spAutoFit/>
          </a:bodyPr>
          <a:lstStyle/>
          <a:p>
            <a:pPr algn="ctr"/>
            <a:r>
              <a:rPr lang="en-US" sz="3200" b="1" dirty="0">
                <a:latin typeface="Arial Black" panose="020B0A04020102020204" pitchFamily="34" charset="0"/>
              </a:rPr>
              <a:t>GROUP TWENTY-ONE(21)</a:t>
            </a:r>
            <a:endParaRPr lang="en-GH" sz="3200" b="1" dirty="0">
              <a:latin typeface="Arial Black" panose="020B0A04020102020204" pitchFamily="34" charset="0"/>
            </a:endParaRPr>
          </a:p>
        </p:txBody>
      </p:sp>
      <p:sp>
        <p:nvSpPr>
          <p:cNvPr id="5" name="TextBox 4">
            <a:extLst>
              <a:ext uri="{FF2B5EF4-FFF2-40B4-BE49-F238E27FC236}">
                <a16:creationId xmlns:a16="http://schemas.microsoft.com/office/drawing/2014/main" id="{7DCE2079-777E-E993-6D39-ACE90B1C6F6D}"/>
              </a:ext>
            </a:extLst>
          </p:cNvPr>
          <p:cNvSpPr txBox="1"/>
          <p:nvPr/>
        </p:nvSpPr>
        <p:spPr>
          <a:xfrm>
            <a:off x="4385463" y="4675081"/>
            <a:ext cx="3105151" cy="307777"/>
          </a:xfrm>
          <a:prstGeom prst="rect">
            <a:avLst/>
          </a:prstGeom>
          <a:noFill/>
        </p:spPr>
        <p:txBody>
          <a:bodyPr wrap="square" rtlCol="0">
            <a:spAutoFit/>
          </a:bodyPr>
          <a:lstStyle/>
          <a:p>
            <a:pPr algn="ctr"/>
            <a:r>
              <a:rPr lang="en-US" sz="1400" dirty="0">
                <a:latin typeface="Times New Roman" panose="02020603050405020304" pitchFamily="18" charset="0"/>
                <a:cs typeface="Times New Roman" panose="02020603050405020304" pitchFamily="18" charset="0"/>
              </a:rPr>
              <a:t>GUIDING THE FUTURE OF ENERGY</a:t>
            </a:r>
            <a:endParaRPr lang="en-GH" sz="1400" dirty="0">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5D73A50C-97CF-A613-CACD-82750A1ED797}"/>
              </a:ext>
            </a:extLst>
          </p:cNvPr>
          <p:cNvSpPr/>
          <p:nvPr/>
        </p:nvSpPr>
        <p:spPr>
          <a:xfrm>
            <a:off x="4385462" y="4683246"/>
            <a:ext cx="3169883" cy="299612"/>
          </a:xfrm>
          <a:prstGeom prst="rect">
            <a:avLst/>
          </a:prstGeom>
          <a:solidFill>
            <a:schemeClr val="accent2">
              <a:alpha val="36000"/>
            </a:schemeClr>
          </a:solidFill>
          <a:ln>
            <a:noFill/>
          </a:ln>
          <a:effectLst/>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GH"/>
          </a:p>
        </p:txBody>
      </p:sp>
      <p:sp>
        <p:nvSpPr>
          <p:cNvPr id="4" name="Slide Number Placeholder 3">
            <a:extLst>
              <a:ext uri="{FF2B5EF4-FFF2-40B4-BE49-F238E27FC236}">
                <a16:creationId xmlns:a16="http://schemas.microsoft.com/office/drawing/2014/main" id="{A3EA3D96-E5BF-F64F-F965-A2B7B2B4264E}"/>
              </a:ext>
            </a:extLst>
          </p:cNvPr>
          <p:cNvSpPr>
            <a:spLocks noGrp="1"/>
          </p:cNvSpPr>
          <p:nvPr>
            <p:ph type="sldNum" sz="quarter" idx="12"/>
          </p:nvPr>
        </p:nvSpPr>
        <p:spPr/>
        <p:txBody>
          <a:bodyPr/>
          <a:lstStyle/>
          <a:p>
            <a:fld id="{D0BF8645-C839-45DF-AEB8-FDDC90870F86}" type="slidenum">
              <a:rPr lang="en-US" smtClean="0"/>
              <a:t>1</a:t>
            </a:fld>
            <a:endParaRPr lang="en-US"/>
          </a:p>
        </p:txBody>
      </p:sp>
    </p:spTree>
    <p:extLst>
      <p:ext uri="{BB962C8B-B14F-4D97-AF65-F5344CB8AC3E}">
        <p14:creationId xmlns:p14="http://schemas.microsoft.com/office/powerpoint/2010/main" val="23051240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F5539B4-5B6B-4682-87C8-762F00C337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35" y="-217466"/>
            <a:ext cx="921408" cy="729266"/>
          </a:xfrm>
          <a:prstGeom prst="rect">
            <a:avLst/>
          </a:prstGeom>
        </p:spPr>
      </p:pic>
      <p:sp>
        <p:nvSpPr>
          <p:cNvPr id="2" name="TextBox 1">
            <a:extLst>
              <a:ext uri="{FF2B5EF4-FFF2-40B4-BE49-F238E27FC236}">
                <a16:creationId xmlns:a16="http://schemas.microsoft.com/office/drawing/2014/main" id="{CEE01A9B-1D9E-4912-8033-590B92B41005}"/>
              </a:ext>
            </a:extLst>
          </p:cNvPr>
          <p:cNvSpPr txBox="1"/>
          <p:nvPr/>
        </p:nvSpPr>
        <p:spPr>
          <a:xfrm>
            <a:off x="1730829" y="795633"/>
            <a:ext cx="2855920"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INTRODUCTION</a:t>
            </a:r>
          </a:p>
        </p:txBody>
      </p:sp>
      <p:sp>
        <p:nvSpPr>
          <p:cNvPr id="9" name="TextBox 8">
            <a:extLst>
              <a:ext uri="{FF2B5EF4-FFF2-40B4-BE49-F238E27FC236}">
                <a16:creationId xmlns:a16="http://schemas.microsoft.com/office/drawing/2014/main" id="{0ACBAC99-68A6-4AE2-88AF-FD1FB32E00D9}"/>
              </a:ext>
            </a:extLst>
          </p:cNvPr>
          <p:cNvSpPr txBox="1"/>
          <p:nvPr/>
        </p:nvSpPr>
        <p:spPr>
          <a:xfrm>
            <a:off x="289256" y="1292625"/>
            <a:ext cx="6385864" cy="4465133"/>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Welcome to the forefront of energy innovation. At </a:t>
            </a:r>
            <a:r>
              <a:rPr lang="en-US" sz="2400" b="1" dirty="0">
                <a:latin typeface="Times New Roman" panose="02020603050405020304" pitchFamily="18" charset="0"/>
                <a:cs typeface="Times New Roman" panose="02020603050405020304" pitchFamily="18" charset="0"/>
              </a:rPr>
              <a:t>NextGen Petro-Tech</a:t>
            </a:r>
            <a:r>
              <a:rPr lang="en-US" sz="2400" dirty="0">
                <a:latin typeface="Times New Roman" panose="02020603050405020304" pitchFamily="18" charset="0"/>
                <a:cs typeface="Times New Roman" panose="02020603050405020304" pitchFamily="18" charset="0"/>
              </a:rPr>
              <a:t>, we specialize in bridging the gap between traditional oil and gas operations and the high-tech future of energy.</a:t>
            </a:r>
            <a:r>
              <a:rPr lang="en-US" sz="2400" kern="1200" dirty="0">
                <a:solidFill>
                  <a:srgbClr val="000000"/>
                </a:solidFill>
                <a:effectLst/>
                <a:latin typeface="Calibri" panose="020F0502020204030204" pitchFamily="34" charset="0"/>
                <a:ea typeface="+mn-ea"/>
                <a:cs typeface="+mn-cs"/>
              </a:rPr>
              <a:t> Whether it’s enhancing recovery from mature fields or streamlining drilling efficiencies, we provide the technical precision required to power the world more intelligently.</a:t>
            </a:r>
            <a:endParaRPr lang="en-US" sz="2400" dirty="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45A33BE4-E480-69D2-2986-A49DFA4AE8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74130" y="-54033"/>
            <a:ext cx="6757851" cy="6958539"/>
          </a:xfrm>
          <a:prstGeom prst="rect">
            <a:avLst/>
          </a:prstGeom>
        </p:spPr>
      </p:pic>
      <p:sp>
        <p:nvSpPr>
          <p:cNvPr id="13" name="Rectangle 12">
            <a:extLst>
              <a:ext uri="{FF2B5EF4-FFF2-40B4-BE49-F238E27FC236}">
                <a16:creationId xmlns:a16="http://schemas.microsoft.com/office/drawing/2014/main" id="{12005D98-7970-EC4A-6106-F296F9D25D4C}"/>
              </a:ext>
            </a:extLst>
          </p:cNvPr>
          <p:cNvSpPr/>
          <p:nvPr/>
        </p:nvSpPr>
        <p:spPr>
          <a:xfrm>
            <a:off x="1005979" y="795633"/>
            <a:ext cx="4305621" cy="492535"/>
          </a:xfrm>
          <a:prstGeom prst="rect">
            <a:avLst/>
          </a:prstGeom>
          <a:solidFill>
            <a:schemeClr val="accent2">
              <a:alpha val="5000"/>
            </a:schemeClr>
          </a:solidFill>
          <a:ln>
            <a:noFill/>
          </a:ln>
          <a:effectLst/>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GH"/>
          </a:p>
        </p:txBody>
      </p:sp>
      <p:sp>
        <p:nvSpPr>
          <p:cNvPr id="3" name="Slide Number Placeholder 2">
            <a:extLst>
              <a:ext uri="{FF2B5EF4-FFF2-40B4-BE49-F238E27FC236}">
                <a16:creationId xmlns:a16="http://schemas.microsoft.com/office/drawing/2014/main" id="{4580BFD0-2835-EE4E-43AD-1DC29315FD59}"/>
              </a:ext>
            </a:extLst>
          </p:cNvPr>
          <p:cNvSpPr>
            <a:spLocks noGrp="1"/>
          </p:cNvSpPr>
          <p:nvPr>
            <p:ph type="sldNum" sz="quarter" idx="12"/>
          </p:nvPr>
        </p:nvSpPr>
        <p:spPr/>
        <p:txBody>
          <a:bodyPr/>
          <a:lstStyle/>
          <a:p>
            <a:fld id="{D0BF8645-C839-45DF-AEB8-FDDC90870F86}" type="slidenum">
              <a:rPr lang="en-US" smtClean="0"/>
              <a:t>2</a:t>
            </a:fld>
            <a:endParaRPr lang="en-US"/>
          </a:p>
        </p:txBody>
      </p:sp>
    </p:spTree>
    <p:extLst>
      <p:ext uri="{BB962C8B-B14F-4D97-AF65-F5344CB8AC3E}">
        <p14:creationId xmlns:p14="http://schemas.microsoft.com/office/powerpoint/2010/main" val="34713627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3AB20B-2385-0C77-843D-34863E471E15}"/>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C7C8FF26-767B-AFC1-FDCA-547C4AFD7A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87978" y="-1781901"/>
            <a:ext cx="9072006" cy="7180209"/>
          </a:xfrm>
          <a:prstGeom prst="rect">
            <a:avLst/>
          </a:prstGeom>
        </p:spPr>
      </p:pic>
      <p:sp>
        <p:nvSpPr>
          <p:cNvPr id="3" name="Rectangle 2">
            <a:extLst>
              <a:ext uri="{FF2B5EF4-FFF2-40B4-BE49-F238E27FC236}">
                <a16:creationId xmlns:a16="http://schemas.microsoft.com/office/drawing/2014/main" id="{730AC605-D153-E352-3C64-6C27B08C3F58}"/>
              </a:ext>
            </a:extLst>
          </p:cNvPr>
          <p:cNvSpPr/>
          <p:nvPr/>
        </p:nvSpPr>
        <p:spPr>
          <a:xfrm>
            <a:off x="3832167" y="2687780"/>
            <a:ext cx="4305621" cy="492535"/>
          </a:xfrm>
          <a:prstGeom prst="rect">
            <a:avLst/>
          </a:prstGeom>
          <a:solidFill>
            <a:schemeClr val="accent2">
              <a:alpha val="6000"/>
            </a:schemeClr>
          </a:solidFill>
          <a:ln>
            <a:noFill/>
          </a:ln>
          <a:effectLst/>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GH"/>
          </a:p>
        </p:txBody>
      </p:sp>
      <p:sp>
        <p:nvSpPr>
          <p:cNvPr id="2" name="TextBox 1">
            <a:extLst>
              <a:ext uri="{FF2B5EF4-FFF2-40B4-BE49-F238E27FC236}">
                <a16:creationId xmlns:a16="http://schemas.microsoft.com/office/drawing/2014/main" id="{BD0D7BC8-A5FF-216D-E029-D1B98E8670C3}"/>
              </a:ext>
            </a:extLst>
          </p:cNvPr>
          <p:cNvSpPr txBox="1"/>
          <p:nvPr/>
        </p:nvSpPr>
        <p:spPr>
          <a:xfrm>
            <a:off x="3982192" y="2632426"/>
            <a:ext cx="4227615"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COMPANY PROFILE</a:t>
            </a:r>
          </a:p>
        </p:txBody>
      </p:sp>
      <p:sp>
        <p:nvSpPr>
          <p:cNvPr id="9" name="TextBox 8">
            <a:extLst>
              <a:ext uri="{FF2B5EF4-FFF2-40B4-BE49-F238E27FC236}">
                <a16:creationId xmlns:a16="http://schemas.microsoft.com/office/drawing/2014/main" id="{F5BD5466-3572-E4BB-9CEE-58D6F35A8492}"/>
              </a:ext>
            </a:extLst>
          </p:cNvPr>
          <p:cNvSpPr txBox="1"/>
          <p:nvPr/>
        </p:nvSpPr>
        <p:spPr>
          <a:xfrm>
            <a:off x="847899" y="3389980"/>
            <a:ext cx="10501638" cy="2803140"/>
          </a:xfrm>
          <a:prstGeom prst="rect">
            <a:avLst/>
          </a:prstGeom>
          <a:noFill/>
        </p:spPr>
        <p:txBody>
          <a:bodyPr wrap="square">
            <a:spAutoFit/>
          </a:bodyPr>
          <a:lstStyle/>
          <a:p>
            <a:pPr algn="just">
              <a:lnSpc>
                <a:spcPct val="150000"/>
              </a:lnSpc>
            </a:pPr>
            <a:r>
              <a:rPr lang="en-US" sz="2400" kern="1200" dirty="0">
                <a:solidFill>
                  <a:srgbClr val="000000"/>
                </a:solidFill>
                <a:effectLst/>
                <a:latin typeface="Times New Roman" panose="02020603050405020304" pitchFamily="18" charset="0"/>
                <a:cs typeface="Times New Roman" panose="02020603050405020304" pitchFamily="18" charset="0"/>
              </a:rPr>
              <a:t>Our mission is to solve the most complex petroleum engineering challenges through a blend of advanced data analytics, optimized reservoir management, and sustainable extraction techniques.</a:t>
            </a:r>
          </a:p>
          <a:p>
            <a:pPr algn="just">
              <a:lnSpc>
                <a:spcPct val="150000"/>
              </a:lnSpc>
            </a:pPr>
            <a:r>
              <a:rPr lang="en-US" sz="2400" dirty="0">
                <a:solidFill>
                  <a:srgbClr val="000000"/>
                </a:solidFill>
                <a:latin typeface="Times New Roman" panose="02020603050405020304" pitchFamily="18" charset="0"/>
                <a:cs typeface="Times New Roman" panose="02020603050405020304" pitchFamily="18" charset="0"/>
              </a:rPr>
              <a:t>The company combines education, safety, problem-solving, and career opportunities into one platform.	</a:t>
            </a:r>
            <a:endParaRPr lang="en-US"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2663C853-9A81-4B8A-BD28-EA7DBB0FB5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454" y="-165191"/>
            <a:ext cx="944353" cy="747426"/>
          </a:xfrm>
          <a:prstGeom prst="rect">
            <a:avLst/>
          </a:prstGeom>
        </p:spPr>
      </p:pic>
      <p:sp>
        <p:nvSpPr>
          <p:cNvPr id="5" name="Slide Number Placeholder 4">
            <a:extLst>
              <a:ext uri="{FF2B5EF4-FFF2-40B4-BE49-F238E27FC236}">
                <a16:creationId xmlns:a16="http://schemas.microsoft.com/office/drawing/2014/main" id="{A48C15D2-02F5-DA00-201F-0FBE89477BBF}"/>
              </a:ext>
            </a:extLst>
          </p:cNvPr>
          <p:cNvSpPr>
            <a:spLocks noGrp="1"/>
          </p:cNvSpPr>
          <p:nvPr>
            <p:ph type="sldNum" sz="quarter" idx="12"/>
          </p:nvPr>
        </p:nvSpPr>
        <p:spPr/>
        <p:txBody>
          <a:bodyPr/>
          <a:lstStyle/>
          <a:p>
            <a:fld id="{D0BF8645-C839-45DF-AEB8-FDDC90870F86}" type="slidenum">
              <a:rPr lang="en-US" smtClean="0"/>
              <a:t>3</a:t>
            </a:fld>
            <a:endParaRPr lang="en-US"/>
          </a:p>
        </p:txBody>
      </p:sp>
    </p:spTree>
    <p:extLst>
      <p:ext uri="{BB962C8B-B14F-4D97-AF65-F5344CB8AC3E}">
        <p14:creationId xmlns:p14="http://schemas.microsoft.com/office/powerpoint/2010/main" val="17248670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879CB4-4636-86B6-FFE0-02DCCB42193D}"/>
            </a:ext>
          </a:extLst>
        </p:cNvPr>
        <p:cNvGrpSpPr/>
        <p:nvPr/>
      </p:nvGrpSpPr>
      <p:grpSpPr>
        <a:xfrm>
          <a:off x="0" y="0"/>
          <a:ext cx="0" cy="0"/>
          <a:chOff x="0" y="0"/>
          <a:chExt cx="0" cy="0"/>
        </a:xfrm>
      </p:grpSpPr>
      <p:pic>
        <p:nvPicPr>
          <p:cNvPr id="21" name="Picture 20">
            <a:extLst>
              <a:ext uri="{FF2B5EF4-FFF2-40B4-BE49-F238E27FC236}">
                <a16:creationId xmlns:a16="http://schemas.microsoft.com/office/drawing/2014/main" id="{FAEB6E21-0E4D-0097-8B46-9B59643FBF34}"/>
              </a:ext>
            </a:extLst>
          </p:cNvPr>
          <p:cNvPicPr>
            <a:picLocks noChangeAspect="1"/>
          </p:cNvPicPr>
          <p:nvPr/>
        </p:nvPicPr>
        <p:blipFill>
          <a:blip r:embed="rId2">
            <a:extLst>
              <a:ext uri="{28A0092B-C50C-407E-A947-70E740481C1C}">
                <a14:useLocalDpi xmlns:a14="http://schemas.microsoft.com/office/drawing/2010/main" val="0"/>
              </a:ext>
            </a:extLst>
          </a:blip>
          <a:srcRect l="37341" t="8662" r="38582" b="9028"/>
          <a:stretch>
            <a:fillRect/>
          </a:stretch>
        </p:blipFill>
        <p:spPr>
          <a:xfrm>
            <a:off x="5666016" y="755645"/>
            <a:ext cx="1053192" cy="1674352"/>
          </a:xfrm>
          <a:prstGeom prst="rect">
            <a:avLst/>
          </a:prstGeom>
        </p:spPr>
      </p:pic>
      <p:sp>
        <p:nvSpPr>
          <p:cNvPr id="3" name="Rectangle 2">
            <a:extLst>
              <a:ext uri="{FF2B5EF4-FFF2-40B4-BE49-F238E27FC236}">
                <a16:creationId xmlns:a16="http://schemas.microsoft.com/office/drawing/2014/main" id="{A98D1E15-59F6-1AE8-E0DA-EFE4C9887DE1}"/>
              </a:ext>
            </a:extLst>
          </p:cNvPr>
          <p:cNvSpPr/>
          <p:nvPr/>
        </p:nvSpPr>
        <p:spPr>
          <a:xfrm>
            <a:off x="553987" y="2455473"/>
            <a:ext cx="3091148" cy="410714"/>
          </a:xfrm>
          <a:prstGeom prst="rect">
            <a:avLst/>
          </a:prstGeom>
          <a:solidFill>
            <a:schemeClr val="accent2">
              <a:alpha val="6000"/>
            </a:schemeClr>
          </a:solidFill>
          <a:ln>
            <a:noFill/>
          </a:ln>
          <a:effectLst/>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GH"/>
          </a:p>
        </p:txBody>
      </p:sp>
      <p:sp>
        <p:nvSpPr>
          <p:cNvPr id="2" name="TextBox 1">
            <a:extLst>
              <a:ext uri="{FF2B5EF4-FFF2-40B4-BE49-F238E27FC236}">
                <a16:creationId xmlns:a16="http://schemas.microsoft.com/office/drawing/2014/main" id="{81C67EEE-E6AE-0BF7-8830-55B62046979E}"/>
              </a:ext>
            </a:extLst>
          </p:cNvPr>
          <p:cNvSpPr txBox="1"/>
          <p:nvPr/>
        </p:nvSpPr>
        <p:spPr>
          <a:xfrm>
            <a:off x="1285655" y="2429997"/>
            <a:ext cx="1971897"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MISSION</a:t>
            </a:r>
          </a:p>
        </p:txBody>
      </p:sp>
      <p:sp>
        <p:nvSpPr>
          <p:cNvPr id="9" name="TextBox 8">
            <a:extLst>
              <a:ext uri="{FF2B5EF4-FFF2-40B4-BE49-F238E27FC236}">
                <a16:creationId xmlns:a16="http://schemas.microsoft.com/office/drawing/2014/main" id="{06F49D70-BC21-58F5-D7B7-4A8DF6D4CF85}"/>
              </a:ext>
            </a:extLst>
          </p:cNvPr>
          <p:cNvSpPr txBox="1"/>
          <p:nvPr/>
        </p:nvSpPr>
        <p:spPr>
          <a:xfrm>
            <a:off x="391888" y="3006258"/>
            <a:ext cx="3672791" cy="2795958"/>
          </a:xfrm>
          <a:prstGeom prst="rect">
            <a:avLst/>
          </a:prstGeom>
          <a:noFill/>
        </p:spPr>
        <p:txBody>
          <a:bodyPr wrap="square">
            <a:spAutoFit/>
          </a:bodyPr>
          <a:lstStyle/>
          <a:p>
            <a:pPr algn="just">
              <a:lnSpc>
                <a:spcPct val="150000"/>
              </a:lnSpc>
            </a:pPr>
            <a:r>
              <a:rPr lang="en-US" sz="2400" dirty="0">
                <a:solidFill>
                  <a:srgbClr val="000000"/>
                </a:solidFill>
                <a:latin typeface="Times New Roman" panose="02020603050405020304" pitchFamily="18" charset="0"/>
                <a:cs typeface="Times New Roman" panose="02020603050405020304" pitchFamily="18" charset="0"/>
              </a:rPr>
              <a:t>Develop digital solutions that improve petroleum education, safety, and environmental responsibility</a:t>
            </a:r>
            <a:endParaRPr lang="en-US"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951644D6-C9CB-4797-6776-71FF4B6F6A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454" y="-165191"/>
            <a:ext cx="944353" cy="747426"/>
          </a:xfrm>
          <a:prstGeom prst="rect">
            <a:avLst/>
          </a:prstGeom>
        </p:spPr>
      </p:pic>
      <p:sp>
        <p:nvSpPr>
          <p:cNvPr id="5" name="Rectangle 4">
            <a:extLst>
              <a:ext uri="{FF2B5EF4-FFF2-40B4-BE49-F238E27FC236}">
                <a16:creationId xmlns:a16="http://schemas.microsoft.com/office/drawing/2014/main" id="{C020E38C-54EB-5754-51A4-8E7C204B1C58}"/>
              </a:ext>
            </a:extLst>
          </p:cNvPr>
          <p:cNvSpPr/>
          <p:nvPr/>
        </p:nvSpPr>
        <p:spPr>
          <a:xfrm>
            <a:off x="4652455" y="2455473"/>
            <a:ext cx="3091148" cy="410714"/>
          </a:xfrm>
          <a:prstGeom prst="rect">
            <a:avLst/>
          </a:prstGeom>
          <a:solidFill>
            <a:schemeClr val="accent2">
              <a:alpha val="6000"/>
            </a:schemeClr>
          </a:solidFill>
          <a:ln>
            <a:noFill/>
          </a:ln>
          <a:effectLst/>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GH"/>
          </a:p>
        </p:txBody>
      </p:sp>
      <p:sp>
        <p:nvSpPr>
          <p:cNvPr id="6" name="TextBox 5">
            <a:extLst>
              <a:ext uri="{FF2B5EF4-FFF2-40B4-BE49-F238E27FC236}">
                <a16:creationId xmlns:a16="http://schemas.microsoft.com/office/drawing/2014/main" id="{DA7A99F0-7062-E1CC-6D2B-4823743C22AE}"/>
              </a:ext>
            </a:extLst>
          </p:cNvPr>
          <p:cNvSpPr txBox="1"/>
          <p:nvPr/>
        </p:nvSpPr>
        <p:spPr>
          <a:xfrm>
            <a:off x="5384123" y="2429997"/>
            <a:ext cx="1971897"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VISION</a:t>
            </a:r>
          </a:p>
        </p:txBody>
      </p:sp>
      <p:sp>
        <p:nvSpPr>
          <p:cNvPr id="7" name="TextBox 6">
            <a:extLst>
              <a:ext uri="{FF2B5EF4-FFF2-40B4-BE49-F238E27FC236}">
                <a16:creationId xmlns:a16="http://schemas.microsoft.com/office/drawing/2014/main" id="{809B2D30-B36C-6A1B-9262-56DAC92A2030}"/>
              </a:ext>
            </a:extLst>
          </p:cNvPr>
          <p:cNvSpPr txBox="1"/>
          <p:nvPr/>
        </p:nvSpPr>
        <p:spPr>
          <a:xfrm>
            <a:off x="4441371" y="3006258"/>
            <a:ext cx="3533998" cy="2241960"/>
          </a:xfrm>
          <a:prstGeom prst="rect">
            <a:avLst/>
          </a:prstGeom>
          <a:noFill/>
        </p:spPr>
        <p:txBody>
          <a:bodyPr wrap="square">
            <a:spAutoFit/>
          </a:bodyPr>
          <a:lstStyle/>
          <a:p>
            <a:pPr algn="just">
              <a:lnSpc>
                <a:spcPct val="150000"/>
              </a:lnSpc>
            </a:pPr>
            <a:r>
              <a:rPr lang="en-US" sz="2400" dirty="0">
                <a:solidFill>
                  <a:srgbClr val="000000"/>
                </a:solidFill>
                <a:latin typeface="Times New Roman" panose="02020603050405020304" pitchFamily="18" charset="0"/>
                <a:cs typeface="Times New Roman" panose="02020603050405020304" pitchFamily="18" charset="0"/>
              </a:rPr>
              <a:t>Empowering petroleum professionals and students through innovative and sustainable technology.</a:t>
            </a:r>
            <a:endParaRPr lang="en-US" sz="2400" dirty="0">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309187FA-3D38-F2E6-06D4-8E587217A2A9}"/>
              </a:ext>
            </a:extLst>
          </p:cNvPr>
          <p:cNvSpPr/>
          <p:nvPr/>
        </p:nvSpPr>
        <p:spPr>
          <a:xfrm>
            <a:off x="8640538" y="2455473"/>
            <a:ext cx="3091148" cy="410714"/>
          </a:xfrm>
          <a:prstGeom prst="rect">
            <a:avLst/>
          </a:prstGeom>
          <a:solidFill>
            <a:schemeClr val="accent2">
              <a:alpha val="6000"/>
            </a:schemeClr>
          </a:solidFill>
          <a:ln>
            <a:noFill/>
          </a:ln>
          <a:effectLst/>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GH"/>
          </a:p>
        </p:txBody>
      </p:sp>
      <p:sp>
        <p:nvSpPr>
          <p:cNvPr id="11" name="TextBox 10">
            <a:extLst>
              <a:ext uri="{FF2B5EF4-FFF2-40B4-BE49-F238E27FC236}">
                <a16:creationId xmlns:a16="http://schemas.microsoft.com/office/drawing/2014/main" id="{FA6CFB44-F1FB-3AD6-8180-42E8A8BD8E68}"/>
              </a:ext>
            </a:extLst>
          </p:cNvPr>
          <p:cNvSpPr txBox="1"/>
          <p:nvPr/>
        </p:nvSpPr>
        <p:spPr>
          <a:xfrm>
            <a:off x="9042618" y="2429997"/>
            <a:ext cx="2417616"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CORE VALUES</a:t>
            </a:r>
          </a:p>
        </p:txBody>
      </p:sp>
      <p:sp>
        <p:nvSpPr>
          <p:cNvPr id="12" name="TextBox 11">
            <a:extLst>
              <a:ext uri="{FF2B5EF4-FFF2-40B4-BE49-F238E27FC236}">
                <a16:creationId xmlns:a16="http://schemas.microsoft.com/office/drawing/2014/main" id="{0D1A4893-DBA3-A9CC-328F-1EB0FC0C39CE}"/>
              </a:ext>
            </a:extLst>
          </p:cNvPr>
          <p:cNvSpPr txBox="1"/>
          <p:nvPr/>
        </p:nvSpPr>
        <p:spPr>
          <a:xfrm>
            <a:off x="8482693" y="3006258"/>
            <a:ext cx="3533998" cy="2795958"/>
          </a:xfrm>
          <a:prstGeom prst="rect">
            <a:avLst/>
          </a:prstGeom>
          <a:noFill/>
        </p:spPr>
        <p:txBody>
          <a:bodyPr wrap="square">
            <a:spAutoFit/>
          </a:bodyPr>
          <a:lstStyle/>
          <a:p>
            <a:pPr algn="just">
              <a:lnSpc>
                <a:spcPct val="150000"/>
              </a:lnSpc>
            </a:pPr>
            <a:r>
              <a:rPr lang="en-US" sz="2400" dirty="0">
                <a:solidFill>
                  <a:srgbClr val="000000"/>
                </a:solidFill>
                <a:latin typeface="Times New Roman" panose="02020603050405020304" pitchFamily="18" charset="0"/>
                <a:cs typeface="Times New Roman" panose="02020603050405020304" pitchFamily="18" charset="0"/>
              </a:rPr>
              <a:t>Innovation</a:t>
            </a:r>
          </a:p>
          <a:p>
            <a:pPr algn="just">
              <a:lnSpc>
                <a:spcPct val="150000"/>
              </a:lnSpc>
            </a:pPr>
            <a:r>
              <a:rPr lang="en-US" sz="2400" dirty="0">
                <a:solidFill>
                  <a:srgbClr val="000000"/>
                </a:solidFill>
                <a:latin typeface="Times New Roman" panose="02020603050405020304" pitchFamily="18" charset="0"/>
                <a:cs typeface="Times New Roman" panose="02020603050405020304" pitchFamily="18" charset="0"/>
              </a:rPr>
              <a:t>Sustainability</a:t>
            </a:r>
          </a:p>
          <a:p>
            <a:pPr algn="just">
              <a:lnSpc>
                <a:spcPct val="150000"/>
              </a:lnSpc>
            </a:pPr>
            <a:r>
              <a:rPr lang="en-US" sz="2400" dirty="0">
                <a:solidFill>
                  <a:srgbClr val="000000"/>
                </a:solidFill>
                <a:latin typeface="Times New Roman" panose="02020603050405020304" pitchFamily="18" charset="0"/>
                <a:cs typeface="Times New Roman" panose="02020603050405020304" pitchFamily="18" charset="0"/>
              </a:rPr>
              <a:t>Safety</a:t>
            </a:r>
          </a:p>
          <a:p>
            <a:pPr algn="just">
              <a:lnSpc>
                <a:spcPct val="150000"/>
              </a:lnSpc>
            </a:pPr>
            <a:r>
              <a:rPr lang="en-US" sz="2400" dirty="0">
                <a:solidFill>
                  <a:srgbClr val="000000"/>
                </a:solidFill>
                <a:latin typeface="Times New Roman" panose="02020603050405020304" pitchFamily="18" charset="0"/>
                <a:cs typeface="Times New Roman" panose="02020603050405020304" pitchFamily="18" charset="0"/>
              </a:rPr>
              <a:t>Education</a:t>
            </a:r>
          </a:p>
          <a:p>
            <a:pPr algn="just">
              <a:lnSpc>
                <a:spcPct val="150000"/>
              </a:lnSpc>
            </a:pPr>
            <a:r>
              <a:rPr lang="en-US" sz="2400" dirty="0">
                <a:solidFill>
                  <a:srgbClr val="000000"/>
                </a:solidFill>
                <a:latin typeface="Times New Roman" panose="02020603050405020304" pitchFamily="18" charset="0"/>
                <a:cs typeface="Times New Roman" panose="02020603050405020304" pitchFamily="18" charset="0"/>
              </a:rPr>
              <a:t>Excellence</a:t>
            </a:r>
            <a:endParaRPr lang="en-US" sz="2400" dirty="0">
              <a:latin typeface="Times New Roman" panose="02020603050405020304" pitchFamily="18" charset="0"/>
              <a:cs typeface="Times New Roman" panose="02020603050405020304" pitchFamily="18" charset="0"/>
            </a:endParaRPr>
          </a:p>
        </p:txBody>
      </p:sp>
      <p:cxnSp>
        <p:nvCxnSpPr>
          <p:cNvPr id="17" name="Straight Connector 16">
            <a:extLst>
              <a:ext uri="{FF2B5EF4-FFF2-40B4-BE49-F238E27FC236}">
                <a16:creationId xmlns:a16="http://schemas.microsoft.com/office/drawing/2014/main" id="{C807EA95-31D9-5A4F-0881-454255024C43}"/>
              </a:ext>
            </a:extLst>
          </p:cNvPr>
          <p:cNvCxnSpPr/>
          <p:nvPr/>
        </p:nvCxnSpPr>
        <p:spPr>
          <a:xfrm>
            <a:off x="8254093" y="3077935"/>
            <a:ext cx="0" cy="2237015"/>
          </a:xfrm>
          <a:prstGeom prst="line">
            <a:avLst/>
          </a:prstGeom>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C88B372F-0736-4195-CC17-10364002A300}"/>
              </a:ext>
            </a:extLst>
          </p:cNvPr>
          <p:cNvCxnSpPr/>
          <p:nvPr/>
        </p:nvCxnSpPr>
        <p:spPr>
          <a:xfrm>
            <a:off x="4237264" y="3077935"/>
            <a:ext cx="0" cy="2294165"/>
          </a:xfrm>
          <a:prstGeom prst="line">
            <a:avLst/>
          </a:prstGeom>
        </p:spPr>
        <p:style>
          <a:lnRef idx="1">
            <a:schemeClr val="dk1"/>
          </a:lnRef>
          <a:fillRef idx="0">
            <a:schemeClr val="dk1"/>
          </a:fillRef>
          <a:effectRef idx="0">
            <a:schemeClr val="dk1"/>
          </a:effectRef>
          <a:fontRef idx="minor">
            <a:schemeClr val="tx1"/>
          </a:fontRef>
        </p:style>
      </p:cxnSp>
      <p:pic>
        <p:nvPicPr>
          <p:cNvPr id="22" name="Picture 21">
            <a:extLst>
              <a:ext uri="{FF2B5EF4-FFF2-40B4-BE49-F238E27FC236}">
                <a16:creationId xmlns:a16="http://schemas.microsoft.com/office/drawing/2014/main" id="{BC673676-BE1D-2330-FCAF-55F34563BD49}"/>
              </a:ext>
            </a:extLst>
          </p:cNvPr>
          <p:cNvPicPr>
            <a:picLocks noChangeAspect="1"/>
          </p:cNvPicPr>
          <p:nvPr/>
        </p:nvPicPr>
        <p:blipFill>
          <a:blip r:embed="rId2">
            <a:extLst>
              <a:ext uri="{28A0092B-C50C-407E-A947-70E740481C1C}">
                <a14:useLocalDpi xmlns:a14="http://schemas.microsoft.com/office/drawing/2010/main" val="0"/>
              </a:ext>
            </a:extLst>
          </a:blip>
          <a:srcRect l="66309" t="12846" r="1337" b="14520"/>
          <a:stretch>
            <a:fillRect/>
          </a:stretch>
        </p:blipFill>
        <p:spPr>
          <a:xfrm>
            <a:off x="9482591" y="849938"/>
            <a:ext cx="1513435" cy="1580060"/>
          </a:xfrm>
          <a:prstGeom prst="rect">
            <a:avLst/>
          </a:prstGeom>
        </p:spPr>
      </p:pic>
      <p:pic>
        <p:nvPicPr>
          <p:cNvPr id="23" name="Picture 22">
            <a:extLst>
              <a:ext uri="{FF2B5EF4-FFF2-40B4-BE49-F238E27FC236}">
                <a16:creationId xmlns:a16="http://schemas.microsoft.com/office/drawing/2014/main" id="{A35868D2-905D-D7F8-7392-6FEEF2C57879}"/>
              </a:ext>
            </a:extLst>
          </p:cNvPr>
          <p:cNvPicPr>
            <a:picLocks noChangeAspect="1"/>
          </p:cNvPicPr>
          <p:nvPr/>
        </p:nvPicPr>
        <p:blipFill>
          <a:blip r:embed="rId2">
            <a:extLst>
              <a:ext uri="{28A0092B-C50C-407E-A947-70E740481C1C}">
                <a14:useLocalDpi xmlns:a14="http://schemas.microsoft.com/office/drawing/2010/main" val="0"/>
              </a:ext>
            </a:extLst>
          </a:blip>
          <a:srcRect l="3439" t="13347" r="63204" b="11147"/>
          <a:stretch>
            <a:fillRect/>
          </a:stretch>
        </p:blipFill>
        <p:spPr>
          <a:xfrm>
            <a:off x="1380498" y="871618"/>
            <a:ext cx="1438125" cy="1513819"/>
          </a:xfrm>
          <a:prstGeom prst="rect">
            <a:avLst/>
          </a:prstGeom>
        </p:spPr>
      </p:pic>
      <p:sp>
        <p:nvSpPr>
          <p:cNvPr id="25" name="Slide Number Placeholder 24">
            <a:extLst>
              <a:ext uri="{FF2B5EF4-FFF2-40B4-BE49-F238E27FC236}">
                <a16:creationId xmlns:a16="http://schemas.microsoft.com/office/drawing/2014/main" id="{3FD61CC9-BF7E-E493-8081-40FEECBF307B}"/>
              </a:ext>
            </a:extLst>
          </p:cNvPr>
          <p:cNvSpPr>
            <a:spLocks noGrp="1"/>
          </p:cNvSpPr>
          <p:nvPr>
            <p:ph type="sldNum" sz="quarter" idx="12"/>
          </p:nvPr>
        </p:nvSpPr>
        <p:spPr/>
        <p:txBody>
          <a:bodyPr/>
          <a:lstStyle/>
          <a:p>
            <a:fld id="{D0BF8645-C839-45DF-AEB8-FDDC90870F86}" type="slidenum">
              <a:rPr lang="en-US" smtClean="0"/>
              <a:t>4</a:t>
            </a:fld>
            <a:endParaRPr lang="en-US"/>
          </a:p>
        </p:txBody>
      </p:sp>
    </p:spTree>
    <p:extLst>
      <p:ext uri="{BB962C8B-B14F-4D97-AF65-F5344CB8AC3E}">
        <p14:creationId xmlns:p14="http://schemas.microsoft.com/office/powerpoint/2010/main" val="14278842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1EB2F5-EDF8-5EB6-EBBB-C4C5A6D445C2}"/>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5355AB81-15B4-176F-935A-F6154A638C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5261" y="665018"/>
            <a:ext cx="4168916" cy="5536841"/>
          </a:xfrm>
          <a:prstGeom prst="rect">
            <a:avLst/>
          </a:prstGeom>
        </p:spPr>
      </p:pic>
      <p:sp>
        <p:nvSpPr>
          <p:cNvPr id="3" name="Rectangle 2">
            <a:extLst>
              <a:ext uri="{FF2B5EF4-FFF2-40B4-BE49-F238E27FC236}">
                <a16:creationId xmlns:a16="http://schemas.microsoft.com/office/drawing/2014/main" id="{E3753E02-89E4-28E1-3A96-5A739F585868}"/>
              </a:ext>
            </a:extLst>
          </p:cNvPr>
          <p:cNvSpPr/>
          <p:nvPr/>
        </p:nvSpPr>
        <p:spPr>
          <a:xfrm>
            <a:off x="5791200" y="1230641"/>
            <a:ext cx="4932218" cy="584774"/>
          </a:xfrm>
          <a:prstGeom prst="rect">
            <a:avLst/>
          </a:prstGeom>
          <a:solidFill>
            <a:schemeClr val="accent2">
              <a:alpha val="6000"/>
            </a:schemeClr>
          </a:solidFill>
          <a:ln>
            <a:noFill/>
          </a:ln>
          <a:effectLst/>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GH"/>
          </a:p>
        </p:txBody>
      </p:sp>
      <p:sp>
        <p:nvSpPr>
          <p:cNvPr id="2" name="TextBox 1">
            <a:extLst>
              <a:ext uri="{FF2B5EF4-FFF2-40B4-BE49-F238E27FC236}">
                <a16:creationId xmlns:a16="http://schemas.microsoft.com/office/drawing/2014/main" id="{AA5A1957-A149-7566-B993-4FBF14026C9A}"/>
              </a:ext>
            </a:extLst>
          </p:cNvPr>
          <p:cNvSpPr txBox="1"/>
          <p:nvPr/>
        </p:nvSpPr>
        <p:spPr>
          <a:xfrm>
            <a:off x="5865089" y="1230640"/>
            <a:ext cx="4932218"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PROBLEM STATEMENT</a:t>
            </a:r>
          </a:p>
        </p:txBody>
      </p:sp>
      <p:sp>
        <p:nvSpPr>
          <p:cNvPr id="9" name="TextBox 8">
            <a:extLst>
              <a:ext uri="{FF2B5EF4-FFF2-40B4-BE49-F238E27FC236}">
                <a16:creationId xmlns:a16="http://schemas.microsoft.com/office/drawing/2014/main" id="{049CDD68-FAB9-32EF-13A4-F9B105394022}"/>
              </a:ext>
            </a:extLst>
          </p:cNvPr>
          <p:cNvSpPr txBox="1"/>
          <p:nvPr/>
        </p:nvSpPr>
        <p:spPr>
          <a:xfrm>
            <a:off x="5362476" y="1893684"/>
            <a:ext cx="5966451" cy="3911135"/>
          </a:xfrm>
          <a:prstGeom prst="rect">
            <a:avLst/>
          </a:prstGeom>
          <a:noFill/>
        </p:spPr>
        <p:txBody>
          <a:bodyPr wrap="square">
            <a:spAutoFit/>
          </a:bodyPr>
          <a:lstStyle/>
          <a:p>
            <a:pPr algn="just">
              <a:lnSpc>
                <a:spcPct val="150000"/>
              </a:lnSpc>
            </a:pPr>
            <a:r>
              <a:rPr lang="en-US" sz="2400" kern="1200" dirty="0">
                <a:solidFill>
                  <a:srgbClr val="000000"/>
                </a:solidFill>
                <a:effectLst/>
                <a:latin typeface="Times New Roman" panose="02020603050405020304" pitchFamily="18" charset="0"/>
                <a:cs typeface="Times New Roman" panose="02020603050405020304" pitchFamily="18" charset="0"/>
              </a:rPr>
              <a:t>Petroleum industry still relies on manual processes and delayed support which leads to inefficiency, safety risks, and environmental incidents.</a:t>
            </a:r>
          </a:p>
          <a:p>
            <a:pPr algn="just">
              <a:lnSpc>
                <a:spcPct val="150000"/>
              </a:lnSpc>
            </a:pPr>
            <a:r>
              <a:rPr lang="en-US" sz="2400" kern="1200" dirty="0">
                <a:solidFill>
                  <a:srgbClr val="000000"/>
                </a:solidFill>
                <a:effectLst/>
                <a:latin typeface="Times New Roman" panose="02020603050405020304" pitchFamily="18" charset="0"/>
                <a:cs typeface="Times New Roman" panose="02020603050405020304" pitchFamily="18" charset="0"/>
              </a:rPr>
              <a:t>Lack of centralized tools makes training and operations harder and there’s critical need for real-time guidance and digital solutions. </a:t>
            </a:r>
            <a:endParaRPr lang="en-US"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D5A9E438-66CA-6BC3-50F3-D9372209DA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28927" y="-159545"/>
            <a:ext cx="944353" cy="747426"/>
          </a:xfrm>
          <a:prstGeom prst="rect">
            <a:avLst/>
          </a:prstGeom>
        </p:spPr>
      </p:pic>
      <p:sp>
        <p:nvSpPr>
          <p:cNvPr id="5" name="Slide Number Placeholder 4">
            <a:extLst>
              <a:ext uri="{FF2B5EF4-FFF2-40B4-BE49-F238E27FC236}">
                <a16:creationId xmlns:a16="http://schemas.microsoft.com/office/drawing/2014/main" id="{07F64876-75CE-6921-45B7-B98466DDB347}"/>
              </a:ext>
            </a:extLst>
          </p:cNvPr>
          <p:cNvSpPr>
            <a:spLocks noGrp="1"/>
          </p:cNvSpPr>
          <p:nvPr>
            <p:ph type="sldNum" sz="quarter" idx="12"/>
          </p:nvPr>
        </p:nvSpPr>
        <p:spPr/>
        <p:txBody>
          <a:bodyPr/>
          <a:lstStyle/>
          <a:p>
            <a:fld id="{D0BF8645-C839-45DF-AEB8-FDDC90870F86}" type="slidenum">
              <a:rPr lang="en-US" smtClean="0"/>
              <a:t>5</a:t>
            </a:fld>
            <a:endParaRPr lang="en-US"/>
          </a:p>
        </p:txBody>
      </p:sp>
    </p:spTree>
    <p:extLst>
      <p:ext uri="{BB962C8B-B14F-4D97-AF65-F5344CB8AC3E}">
        <p14:creationId xmlns:p14="http://schemas.microsoft.com/office/powerpoint/2010/main" val="6109793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A6357F-F5EF-3634-1BCE-BDF207F0E1C5}"/>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8E5CE67B-847E-C80E-CE4E-77678C182AF6}"/>
              </a:ext>
            </a:extLst>
          </p:cNvPr>
          <p:cNvSpPr txBox="1"/>
          <p:nvPr/>
        </p:nvSpPr>
        <p:spPr>
          <a:xfrm>
            <a:off x="1229261" y="1145952"/>
            <a:ext cx="4598884" cy="1200329"/>
          </a:xfrm>
          <a:prstGeom prst="rect">
            <a:avLst/>
          </a:prstGeom>
          <a:noFill/>
        </p:spPr>
        <p:txBody>
          <a:bodyPr wrap="square" rtlCol="0">
            <a:spAutoFit/>
          </a:bodyPr>
          <a:lstStyle/>
          <a:p>
            <a:pPr algn="just"/>
            <a:r>
              <a:rPr lang="en-US" sz="2400" dirty="0">
                <a:solidFill>
                  <a:srgbClr val="000000"/>
                </a:solidFill>
                <a:latin typeface="Times New Roman" panose="02020603050405020304" pitchFamily="18" charset="0"/>
                <a:cs typeface="Times New Roman" panose="02020603050405020304" pitchFamily="18" charset="0"/>
              </a:rPr>
              <a:t>Deliver interactive learning modules on petroleum engineering concepts.</a:t>
            </a:r>
            <a:endParaRPr lang="en-US" sz="2400" dirty="0">
              <a:latin typeface="Times New Roman" panose="02020603050405020304" pitchFamily="18" charset="0"/>
              <a:cs typeface="Times New Roman" panose="02020603050405020304" pitchFamily="18" charset="0"/>
            </a:endParaRPr>
          </a:p>
        </p:txBody>
      </p:sp>
      <p:sp>
        <p:nvSpPr>
          <p:cNvPr id="18" name="Rectangle 17">
            <a:extLst>
              <a:ext uri="{FF2B5EF4-FFF2-40B4-BE49-F238E27FC236}">
                <a16:creationId xmlns:a16="http://schemas.microsoft.com/office/drawing/2014/main" id="{56262869-8A2C-2D65-9C18-0ADB6C631C32}"/>
              </a:ext>
            </a:extLst>
          </p:cNvPr>
          <p:cNvSpPr/>
          <p:nvPr/>
        </p:nvSpPr>
        <p:spPr>
          <a:xfrm>
            <a:off x="1233467" y="1191369"/>
            <a:ext cx="4677806" cy="1094511"/>
          </a:xfrm>
          <a:custGeom>
            <a:avLst/>
            <a:gdLst>
              <a:gd name="csX0" fmla="*/ 0 w 4677806"/>
              <a:gd name="csY0" fmla="*/ 0 h 1094511"/>
              <a:gd name="csX1" fmla="*/ 491170 w 4677806"/>
              <a:gd name="csY1" fmla="*/ 0 h 1094511"/>
              <a:gd name="csX2" fmla="*/ 1029117 w 4677806"/>
              <a:gd name="csY2" fmla="*/ 0 h 1094511"/>
              <a:gd name="csX3" fmla="*/ 1520287 w 4677806"/>
              <a:gd name="csY3" fmla="*/ 0 h 1094511"/>
              <a:gd name="csX4" fmla="*/ 2151791 w 4677806"/>
              <a:gd name="csY4" fmla="*/ 0 h 1094511"/>
              <a:gd name="csX5" fmla="*/ 2736517 w 4677806"/>
              <a:gd name="csY5" fmla="*/ 0 h 1094511"/>
              <a:gd name="csX6" fmla="*/ 3321242 w 4677806"/>
              <a:gd name="csY6" fmla="*/ 0 h 1094511"/>
              <a:gd name="csX7" fmla="*/ 3999524 w 4677806"/>
              <a:gd name="csY7" fmla="*/ 0 h 1094511"/>
              <a:gd name="csX8" fmla="*/ 4677806 w 4677806"/>
              <a:gd name="csY8" fmla="*/ 0 h 1094511"/>
              <a:gd name="csX9" fmla="*/ 4677806 w 4677806"/>
              <a:gd name="csY9" fmla="*/ 514420 h 1094511"/>
              <a:gd name="csX10" fmla="*/ 4677806 w 4677806"/>
              <a:gd name="csY10" fmla="*/ 1094511 h 1094511"/>
              <a:gd name="csX11" fmla="*/ 4233414 w 4677806"/>
              <a:gd name="csY11" fmla="*/ 1094511 h 1094511"/>
              <a:gd name="csX12" fmla="*/ 3742245 w 4677806"/>
              <a:gd name="csY12" fmla="*/ 1094511 h 1094511"/>
              <a:gd name="csX13" fmla="*/ 3110741 w 4677806"/>
              <a:gd name="csY13" fmla="*/ 1094511 h 1094511"/>
              <a:gd name="csX14" fmla="*/ 2432459 w 4677806"/>
              <a:gd name="csY14" fmla="*/ 1094511 h 1094511"/>
              <a:gd name="csX15" fmla="*/ 1894511 w 4677806"/>
              <a:gd name="csY15" fmla="*/ 1094511 h 1094511"/>
              <a:gd name="csX16" fmla="*/ 1216230 w 4677806"/>
              <a:gd name="csY16" fmla="*/ 1094511 h 1094511"/>
              <a:gd name="csX17" fmla="*/ 725060 w 4677806"/>
              <a:gd name="csY17" fmla="*/ 1094511 h 1094511"/>
              <a:gd name="csX18" fmla="*/ 0 w 4677806"/>
              <a:gd name="csY18" fmla="*/ 1094511 h 1094511"/>
              <a:gd name="csX19" fmla="*/ 0 w 4677806"/>
              <a:gd name="csY19" fmla="*/ 580091 h 1094511"/>
              <a:gd name="csX20" fmla="*/ 0 w 4677806"/>
              <a:gd name="csY20" fmla="*/ 0 h 109451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4677806" h="1094511" fill="none" extrusionOk="0">
                <a:moveTo>
                  <a:pt x="0" y="0"/>
                </a:moveTo>
                <a:cubicBezTo>
                  <a:pt x="196631" y="-33961"/>
                  <a:pt x="302473" y="48668"/>
                  <a:pt x="491170" y="0"/>
                </a:cubicBezTo>
                <a:cubicBezTo>
                  <a:pt x="679867" y="-48668"/>
                  <a:pt x="901474" y="29250"/>
                  <a:pt x="1029117" y="0"/>
                </a:cubicBezTo>
                <a:cubicBezTo>
                  <a:pt x="1156760" y="-29250"/>
                  <a:pt x="1370567" y="6475"/>
                  <a:pt x="1520287" y="0"/>
                </a:cubicBezTo>
                <a:cubicBezTo>
                  <a:pt x="1670007" y="-6475"/>
                  <a:pt x="1948024" y="27583"/>
                  <a:pt x="2151791" y="0"/>
                </a:cubicBezTo>
                <a:cubicBezTo>
                  <a:pt x="2355558" y="-27583"/>
                  <a:pt x="2615288" y="3725"/>
                  <a:pt x="2736517" y="0"/>
                </a:cubicBezTo>
                <a:cubicBezTo>
                  <a:pt x="2857746" y="-3725"/>
                  <a:pt x="3053187" y="25350"/>
                  <a:pt x="3321242" y="0"/>
                </a:cubicBezTo>
                <a:cubicBezTo>
                  <a:pt x="3589297" y="-25350"/>
                  <a:pt x="3707706" y="68052"/>
                  <a:pt x="3999524" y="0"/>
                </a:cubicBezTo>
                <a:cubicBezTo>
                  <a:pt x="4291342" y="-68052"/>
                  <a:pt x="4459808" y="29737"/>
                  <a:pt x="4677806" y="0"/>
                </a:cubicBezTo>
                <a:cubicBezTo>
                  <a:pt x="4721948" y="106705"/>
                  <a:pt x="4633307" y="342710"/>
                  <a:pt x="4677806" y="514420"/>
                </a:cubicBezTo>
                <a:cubicBezTo>
                  <a:pt x="4722305" y="686130"/>
                  <a:pt x="4630085" y="889169"/>
                  <a:pt x="4677806" y="1094511"/>
                </a:cubicBezTo>
                <a:cubicBezTo>
                  <a:pt x="4474371" y="1100304"/>
                  <a:pt x="4401059" y="1083731"/>
                  <a:pt x="4233414" y="1094511"/>
                </a:cubicBezTo>
                <a:cubicBezTo>
                  <a:pt x="4065769" y="1105291"/>
                  <a:pt x="3935214" y="1041122"/>
                  <a:pt x="3742245" y="1094511"/>
                </a:cubicBezTo>
                <a:cubicBezTo>
                  <a:pt x="3549276" y="1147900"/>
                  <a:pt x="3306112" y="1065119"/>
                  <a:pt x="3110741" y="1094511"/>
                </a:cubicBezTo>
                <a:cubicBezTo>
                  <a:pt x="2915370" y="1123903"/>
                  <a:pt x="2714861" y="1038650"/>
                  <a:pt x="2432459" y="1094511"/>
                </a:cubicBezTo>
                <a:cubicBezTo>
                  <a:pt x="2150057" y="1150372"/>
                  <a:pt x="2159462" y="1086103"/>
                  <a:pt x="1894511" y="1094511"/>
                </a:cubicBezTo>
                <a:cubicBezTo>
                  <a:pt x="1629560" y="1102919"/>
                  <a:pt x="1423686" y="1053161"/>
                  <a:pt x="1216230" y="1094511"/>
                </a:cubicBezTo>
                <a:cubicBezTo>
                  <a:pt x="1008774" y="1135861"/>
                  <a:pt x="825183" y="1072874"/>
                  <a:pt x="725060" y="1094511"/>
                </a:cubicBezTo>
                <a:cubicBezTo>
                  <a:pt x="624937" y="1116148"/>
                  <a:pt x="178182" y="1021444"/>
                  <a:pt x="0" y="1094511"/>
                </a:cubicBezTo>
                <a:cubicBezTo>
                  <a:pt x="-1995" y="887692"/>
                  <a:pt x="19856" y="835376"/>
                  <a:pt x="0" y="580091"/>
                </a:cubicBezTo>
                <a:cubicBezTo>
                  <a:pt x="-19856" y="324806"/>
                  <a:pt x="33466" y="183956"/>
                  <a:pt x="0" y="0"/>
                </a:cubicBezTo>
                <a:close/>
              </a:path>
              <a:path w="4677806" h="1094511" stroke="0" extrusionOk="0">
                <a:moveTo>
                  <a:pt x="0" y="0"/>
                </a:moveTo>
                <a:cubicBezTo>
                  <a:pt x="185707" y="-57455"/>
                  <a:pt x="403580" y="28574"/>
                  <a:pt x="537948" y="0"/>
                </a:cubicBezTo>
                <a:cubicBezTo>
                  <a:pt x="672316" y="-28574"/>
                  <a:pt x="784622" y="14544"/>
                  <a:pt x="982339" y="0"/>
                </a:cubicBezTo>
                <a:cubicBezTo>
                  <a:pt x="1180056" y="-14544"/>
                  <a:pt x="1418197" y="23355"/>
                  <a:pt x="1660621" y="0"/>
                </a:cubicBezTo>
                <a:cubicBezTo>
                  <a:pt x="1903045" y="-23355"/>
                  <a:pt x="2089463" y="38443"/>
                  <a:pt x="2198569" y="0"/>
                </a:cubicBezTo>
                <a:cubicBezTo>
                  <a:pt x="2307675" y="-38443"/>
                  <a:pt x="2598252" y="26930"/>
                  <a:pt x="2736517" y="0"/>
                </a:cubicBezTo>
                <a:cubicBezTo>
                  <a:pt x="2874782" y="-26930"/>
                  <a:pt x="3209915" y="67264"/>
                  <a:pt x="3414798" y="0"/>
                </a:cubicBezTo>
                <a:cubicBezTo>
                  <a:pt x="3619681" y="-67264"/>
                  <a:pt x="3711424" y="46615"/>
                  <a:pt x="3905968" y="0"/>
                </a:cubicBezTo>
                <a:cubicBezTo>
                  <a:pt x="4100512" y="-46615"/>
                  <a:pt x="4466080" y="44766"/>
                  <a:pt x="4677806" y="0"/>
                </a:cubicBezTo>
                <a:cubicBezTo>
                  <a:pt x="4686197" y="241435"/>
                  <a:pt x="4665085" y="386369"/>
                  <a:pt x="4677806" y="569146"/>
                </a:cubicBezTo>
                <a:cubicBezTo>
                  <a:pt x="4690527" y="751923"/>
                  <a:pt x="4651371" y="841731"/>
                  <a:pt x="4677806" y="1094511"/>
                </a:cubicBezTo>
                <a:cubicBezTo>
                  <a:pt x="4407341" y="1111056"/>
                  <a:pt x="4325093" y="1087327"/>
                  <a:pt x="4093080" y="1094511"/>
                </a:cubicBezTo>
                <a:cubicBezTo>
                  <a:pt x="3861067" y="1101695"/>
                  <a:pt x="3757353" y="1063122"/>
                  <a:pt x="3555133" y="1094511"/>
                </a:cubicBezTo>
                <a:cubicBezTo>
                  <a:pt x="3352913" y="1125900"/>
                  <a:pt x="3075133" y="1031138"/>
                  <a:pt x="2876851" y="1094511"/>
                </a:cubicBezTo>
                <a:cubicBezTo>
                  <a:pt x="2678569" y="1157884"/>
                  <a:pt x="2384037" y="1078712"/>
                  <a:pt x="2198569" y="1094511"/>
                </a:cubicBezTo>
                <a:cubicBezTo>
                  <a:pt x="2013101" y="1110310"/>
                  <a:pt x="1925995" y="1063673"/>
                  <a:pt x="1707399" y="1094511"/>
                </a:cubicBezTo>
                <a:cubicBezTo>
                  <a:pt x="1488803" y="1125349"/>
                  <a:pt x="1259932" y="1086706"/>
                  <a:pt x="1122673" y="1094511"/>
                </a:cubicBezTo>
                <a:cubicBezTo>
                  <a:pt x="985414" y="1102316"/>
                  <a:pt x="257295" y="984844"/>
                  <a:pt x="0" y="1094511"/>
                </a:cubicBezTo>
                <a:cubicBezTo>
                  <a:pt x="-58155" y="828863"/>
                  <a:pt x="43534" y="664407"/>
                  <a:pt x="0" y="547256"/>
                </a:cubicBezTo>
                <a:cubicBezTo>
                  <a:pt x="-43534" y="430105"/>
                  <a:pt x="54719" y="193202"/>
                  <a:pt x="0" y="0"/>
                </a:cubicBezTo>
                <a:close/>
              </a:path>
            </a:pathLst>
          </a:custGeom>
          <a:solidFill>
            <a:schemeClr val="accent1">
              <a:alpha val="7000"/>
            </a:schemeClr>
          </a:solidFill>
          <a:ln>
            <a:solidFill>
              <a:srgbClr val="172C51"/>
            </a:solidFill>
            <a:prstDash val="solid"/>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H"/>
          </a:p>
        </p:txBody>
      </p:sp>
      <p:sp>
        <p:nvSpPr>
          <p:cNvPr id="3" name="Rectangle 2">
            <a:extLst>
              <a:ext uri="{FF2B5EF4-FFF2-40B4-BE49-F238E27FC236}">
                <a16:creationId xmlns:a16="http://schemas.microsoft.com/office/drawing/2014/main" id="{B8B611F1-B114-9923-170B-2707152DBE6F}"/>
              </a:ext>
            </a:extLst>
          </p:cNvPr>
          <p:cNvSpPr/>
          <p:nvPr/>
        </p:nvSpPr>
        <p:spPr>
          <a:xfrm>
            <a:off x="3362036" y="410032"/>
            <a:ext cx="4932218" cy="584774"/>
          </a:xfrm>
          <a:prstGeom prst="rect">
            <a:avLst/>
          </a:prstGeom>
          <a:solidFill>
            <a:schemeClr val="accent2">
              <a:alpha val="6000"/>
            </a:schemeClr>
          </a:solidFill>
          <a:ln>
            <a:noFill/>
          </a:ln>
          <a:effectLst/>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GH"/>
          </a:p>
        </p:txBody>
      </p:sp>
      <p:sp>
        <p:nvSpPr>
          <p:cNvPr id="2" name="TextBox 1">
            <a:extLst>
              <a:ext uri="{FF2B5EF4-FFF2-40B4-BE49-F238E27FC236}">
                <a16:creationId xmlns:a16="http://schemas.microsoft.com/office/drawing/2014/main" id="{50AEEF49-5C55-95B5-002D-4BE2E52F463C}"/>
              </a:ext>
            </a:extLst>
          </p:cNvPr>
          <p:cNvSpPr txBox="1"/>
          <p:nvPr/>
        </p:nvSpPr>
        <p:spPr>
          <a:xfrm>
            <a:off x="3435925" y="410031"/>
            <a:ext cx="4932218"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AIMS AND OBJECTIVES</a:t>
            </a:r>
          </a:p>
        </p:txBody>
      </p:sp>
      <p:pic>
        <p:nvPicPr>
          <p:cNvPr id="4" name="Picture 3">
            <a:extLst>
              <a:ext uri="{FF2B5EF4-FFF2-40B4-BE49-F238E27FC236}">
                <a16:creationId xmlns:a16="http://schemas.microsoft.com/office/drawing/2014/main" id="{9D0E1EC5-0551-4C95-86FE-F80FF84641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915" y="-131836"/>
            <a:ext cx="944353" cy="747426"/>
          </a:xfrm>
          <a:prstGeom prst="rect">
            <a:avLst/>
          </a:prstGeom>
        </p:spPr>
      </p:pic>
      <p:sp>
        <p:nvSpPr>
          <p:cNvPr id="11" name="TextBox 10">
            <a:extLst>
              <a:ext uri="{FF2B5EF4-FFF2-40B4-BE49-F238E27FC236}">
                <a16:creationId xmlns:a16="http://schemas.microsoft.com/office/drawing/2014/main" id="{59042CE2-8A1C-F426-E9ED-EDA012533AF6}"/>
              </a:ext>
            </a:extLst>
          </p:cNvPr>
          <p:cNvSpPr txBox="1"/>
          <p:nvPr/>
        </p:nvSpPr>
        <p:spPr>
          <a:xfrm>
            <a:off x="6862618" y="5316146"/>
            <a:ext cx="3499758" cy="830997"/>
          </a:xfrm>
          <a:prstGeom prst="rect">
            <a:avLst/>
          </a:prstGeom>
          <a:noFill/>
        </p:spPr>
        <p:txBody>
          <a:bodyPr wrap="square" rtlCol="0">
            <a:spAutoFit/>
          </a:bodyPr>
          <a:lstStyle/>
          <a:p>
            <a:pPr algn="just"/>
            <a:r>
              <a:rPr lang="en-US" sz="2400" dirty="0">
                <a:solidFill>
                  <a:srgbClr val="000000"/>
                </a:solidFill>
                <a:latin typeface="Times New Roman" panose="02020603050405020304" pitchFamily="18" charset="0"/>
                <a:cs typeface="Times New Roman" panose="02020603050405020304" pitchFamily="18" charset="0"/>
              </a:rPr>
              <a:t>Offer an AI assistant for instant technical guidance</a:t>
            </a:r>
            <a:endParaRPr lang="en-US" sz="2400"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18553466-D0A8-5355-7DE7-22B19AD7BE14}"/>
              </a:ext>
            </a:extLst>
          </p:cNvPr>
          <p:cNvSpPr txBox="1"/>
          <p:nvPr/>
        </p:nvSpPr>
        <p:spPr>
          <a:xfrm>
            <a:off x="4603916" y="3787498"/>
            <a:ext cx="4137890" cy="1200329"/>
          </a:xfrm>
          <a:prstGeom prst="rect">
            <a:avLst/>
          </a:prstGeom>
          <a:noFill/>
        </p:spPr>
        <p:txBody>
          <a:bodyPr wrap="square" rtlCol="0">
            <a:spAutoFit/>
          </a:bodyPr>
          <a:lstStyle/>
          <a:p>
            <a:pPr algn="just"/>
            <a:r>
              <a:rPr lang="en-US" sz="2400" dirty="0">
                <a:solidFill>
                  <a:srgbClr val="000000"/>
                </a:solidFill>
                <a:latin typeface="Times New Roman" panose="02020603050405020304" pitchFamily="18" charset="0"/>
                <a:cs typeface="Times New Roman" panose="02020603050405020304" pitchFamily="18" charset="0"/>
              </a:rPr>
              <a:t>Connect users with internships and career opportunities in the petroleum industry</a:t>
            </a:r>
            <a:endParaRPr lang="en-US" sz="2400" dirty="0">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5DA21242-DD8E-3171-A783-5A9500E165C2}"/>
              </a:ext>
            </a:extLst>
          </p:cNvPr>
          <p:cNvSpPr txBox="1"/>
          <p:nvPr/>
        </p:nvSpPr>
        <p:spPr>
          <a:xfrm>
            <a:off x="2775940" y="2482443"/>
            <a:ext cx="5020623" cy="1200329"/>
          </a:xfrm>
          <a:prstGeom prst="rect">
            <a:avLst/>
          </a:prstGeom>
          <a:noFill/>
        </p:spPr>
        <p:txBody>
          <a:bodyPr wrap="square" rtlCol="0">
            <a:spAutoFit/>
          </a:bodyPr>
          <a:lstStyle/>
          <a:p>
            <a:pPr algn="just"/>
            <a:r>
              <a:rPr lang="en-US" sz="2400" dirty="0">
                <a:solidFill>
                  <a:srgbClr val="000000"/>
                </a:solidFill>
                <a:latin typeface="Times New Roman" panose="02020603050405020304" pitchFamily="18" charset="0"/>
                <a:cs typeface="Times New Roman" panose="02020603050405020304" pitchFamily="18" charset="0"/>
              </a:rPr>
              <a:t>Promotes safer and more sustainable petroleum operations by Providing real time hazard report</a:t>
            </a:r>
            <a:endParaRPr lang="en-US" sz="2400" dirty="0">
              <a:latin typeface="Times New Roman" panose="02020603050405020304" pitchFamily="18" charset="0"/>
              <a:cs typeface="Times New Roman" panose="02020603050405020304" pitchFamily="18" charset="0"/>
            </a:endParaRPr>
          </a:p>
        </p:txBody>
      </p:sp>
      <p:sp>
        <p:nvSpPr>
          <p:cNvPr id="28" name="Rectangle 27">
            <a:extLst>
              <a:ext uri="{FF2B5EF4-FFF2-40B4-BE49-F238E27FC236}">
                <a16:creationId xmlns:a16="http://schemas.microsoft.com/office/drawing/2014/main" id="{E8D650CF-A84B-24CD-1702-C26E2571FEA1}"/>
              </a:ext>
            </a:extLst>
          </p:cNvPr>
          <p:cNvSpPr/>
          <p:nvPr/>
        </p:nvSpPr>
        <p:spPr>
          <a:xfrm>
            <a:off x="4429331" y="3879335"/>
            <a:ext cx="4663374" cy="1094511"/>
          </a:xfrm>
          <a:custGeom>
            <a:avLst/>
            <a:gdLst>
              <a:gd name="csX0" fmla="*/ 0 w 4663374"/>
              <a:gd name="csY0" fmla="*/ 0 h 1094511"/>
              <a:gd name="csX1" fmla="*/ 443021 w 4663374"/>
              <a:gd name="csY1" fmla="*/ 0 h 1094511"/>
              <a:gd name="csX2" fmla="*/ 1119210 w 4663374"/>
              <a:gd name="csY2" fmla="*/ 0 h 1094511"/>
              <a:gd name="csX3" fmla="*/ 1702132 w 4663374"/>
              <a:gd name="csY3" fmla="*/ 0 h 1094511"/>
              <a:gd name="csX4" fmla="*/ 2145152 w 4663374"/>
              <a:gd name="csY4" fmla="*/ 0 h 1094511"/>
              <a:gd name="csX5" fmla="*/ 2774708 w 4663374"/>
              <a:gd name="csY5" fmla="*/ 0 h 1094511"/>
              <a:gd name="csX6" fmla="*/ 3357629 w 4663374"/>
              <a:gd name="csY6" fmla="*/ 0 h 1094511"/>
              <a:gd name="csX7" fmla="*/ 4033819 w 4663374"/>
              <a:gd name="csY7" fmla="*/ 0 h 1094511"/>
              <a:gd name="csX8" fmla="*/ 4663374 w 4663374"/>
              <a:gd name="csY8" fmla="*/ 0 h 1094511"/>
              <a:gd name="csX9" fmla="*/ 4663374 w 4663374"/>
              <a:gd name="csY9" fmla="*/ 569146 h 1094511"/>
              <a:gd name="csX10" fmla="*/ 4663374 w 4663374"/>
              <a:gd name="csY10" fmla="*/ 1094511 h 1094511"/>
              <a:gd name="csX11" fmla="*/ 4033819 w 4663374"/>
              <a:gd name="csY11" fmla="*/ 1094511 h 1094511"/>
              <a:gd name="csX12" fmla="*/ 3404263 w 4663374"/>
              <a:gd name="csY12" fmla="*/ 1094511 h 1094511"/>
              <a:gd name="csX13" fmla="*/ 2867975 w 4663374"/>
              <a:gd name="csY13" fmla="*/ 1094511 h 1094511"/>
              <a:gd name="csX14" fmla="*/ 2331687 w 4663374"/>
              <a:gd name="csY14" fmla="*/ 1094511 h 1094511"/>
              <a:gd name="csX15" fmla="*/ 1842033 w 4663374"/>
              <a:gd name="csY15" fmla="*/ 1094511 h 1094511"/>
              <a:gd name="csX16" fmla="*/ 1305745 w 4663374"/>
              <a:gd name="csY16" fmla="*/ 1094511 h 1094511"/>
              <a:gd name="csX17" fmla="*/ 816090 w 4663374"/>
              <a:gd name="csY17" fmla="*/ 1094511 h 1094511"/>
              <a:gd name="csX18" fmla="*/ 0 w 4663374"/>
              <a:gd name="csY18" fmla="*/ 1094511 h 1094511"/>
              <a:gd name="csX19" fmla="*/ 0 w 4663374"/>
              <a:gd name="csY19" fmla="*/ 558201 h 1094511"/>
              <a:gd name="csX20" fmla="*/ 0 w 4663374"/>
              <a:gd name="csY20" fmla="*/ 0 h 109451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4663374" h="1094511" fill="none" extrusionOk="0">
                <a:moveTo>
                  <a:pt x="0" y="0"/>
                </a:moveTo>
                <a:cubicBezTo>
                  <a:pt x="192677" y="-46915"/>
                  <a:pt x="325462" y="12330"/>
                  <a:pt x="443021" y="0"/>
                </a:cubicBezTo>
                <a:cubicBezTo>
                  <a:pt x="560580" y="-12330"/>
                  <a:pt x="956457" y="8388"/>
                  <a:pt x="1119210" y="0"/>
                </a:cubicBezTo>
                <a:cubicBezTo>
                  <a:pt x="1281963" y="-8388"/>
                  <a:pt x="1560434" y="54006"/>
                  <a:pt x="1702132" y="0"/>
                </a:cubicBezTo>
                <a:cubicBezTo>
                  <a:pt x="1843830" y="-54006"/>
                  <a:pt x="2056066" y="14606"/>
                  <a:pt x="2145152" y="0"/>
                </a:cubicBezTo>
                <a:cubicBezTo>
                  <a:pt x="2234238" y="-14606"/>
                  <a:pt x="2490503" y="59554"/>
                  <a:pt x="2774708" y="0"/>
                </a:cubicBezTo>
                <a:cubicBezTo>
                  <a:pt x="3058913" y="-59554"/>
                  <a:pt x="3115028" y="59417"/>
                  <a:pt x="3357629" y="0"/>
                </a:cubicBezTo>
                <a:cubicBezTo>
                  <a:pt x="3600230" y="-59417"/>
                  <a:pt x="3718393" y="24131"/>
                  <a:pt x="4033819" y="0"/>
                </a:cubicBezTo>
                <a:cubicBezTo>
                  <a:pt x="4349245" y="-24131"/>
                  <a:pt x="4366911" y="8242"/>
                  <a:pt x="4663374" y="0"/>
                </a:cubicBezTo>
                <a:cubicBezTo>
                  <a:pt x="4678862" y="249117"/>
                  <a:pt x="4646093" y="400571"/>
                  <a:pt x="4663374" y="569146"/>
                </a:cubicBezTo>
                <a:cubicBezTo>
                  <a:pt x="4680655" y="737721"/>
                  <a:pt x="4616489" y="863546"/>
                  <a:pt x="4663374" y="1094511"/>
                </a:cubicBezTo>
                <a:cubicBezTo>
                  <a:pt x="4447090" y="1100499"/>
                  <a:pt x="4203485" y="1022690"/>
                  <a:pt x="4033819" y="1094511"/>
                </a:cubicBezTo>
                <a:cubicBezTo>
                  <a:pt x="3864153" y="1166332"/>
                  <a:pt x="3667311" y="1050026"/>
                  <a:pt x="3404263" y="1094511"/>
                </a:cubicBezTo>
                <a:cubicBezTo>
                  <a:pt x="3141215" y="1138996"/>
                  <a:pt x="3055400" y="1037963"/>
                  <a:pt x="2867975" y="1094511"/>
                </a:cubicBezTo>
                <a:cubicBezTo>
                  <a:pt x="2680550" y="1151059"/>
                  <a:pt x="2446124" y="1088471"/>
                  <a:pt x="2331687" y="1094511"/>
                </a:cubicBezTo>
                <a:cubicBezTo>
                  <a:pt x="2217250" y="1100551"/>
                  <a:pt x="2005685" y="1045995"/>
                  <a:pt x="1842033" y="1094511"/>
                </a:cubicBezTo>
                <a:cubicBezTo>
                  <a:pt x="1678381" y="1143027"/>
                  <a:pt x="1423192" y="1066053"/>
                  <a:pt x="1305745" y="1094511"/>
                </a:cubicBezTo>
                <a:cubicBezTo>
                  <a:pt x="1188298" y="1122969"/>
                  <a:pt x="977315" y="1086287"/>
                  <a:pt x="816090" y="1094511"/>
                </a:cubicBezTo>
                <a:cubicBezTo>
                  <a:pt x="654866" y="1102735"/>
                  <a:pt x="273703" y="1053102"/>
                  <a:pt x="0" y="1094511"/>
                </a:cubicBezTo>
                <a:cubicBezTo>
                  <a:pt x="-49921" y="960596"/>
                  <a:pt x="37636" y="702958"/>
                  <a:pt x="0" y="558201"/>
                </a:cubicBezTo>
                <a:cubicBezTo>
                  <a:pt x="-37636" y="413444"/>
                  <a:pt x="19268" y="129420"/>
                  <a:pt x="0" y="0"/>
                </a:cubicBezTo>
                <a:close/>
              </a:path>
              <a:path w="4663374" h="1094511" stroke="0" extrusionOk="0">
                <a:moveTo>
                  <a:pt x="0" y="0"/>
                </a:moveTo>
                <a:cubicBezTo>
                  <a:pt x="187030" y="-18597"/>
                  <a:pt x="465755" y="2243"/>
                  <a:pt x="676189" y="0"/>
                </a:cubicBezTo>
                <a:cubicBezTo>
                  <a:pt x="886623" y="-2243"/>
                  <a:pt x="1103930" y="47600"/>
                  <a:pt x="1352378" y="0"/>
                </a:cubicBezTo>
                <a:cubicBezTo>
                  <a:pt x="1600826" y="-47600"/>
                  <a:pt x="1686627" y="9052"/>
                  <a:pt x="1981934" y="0"/>
                </a:cubicBezTo>
                <a:cubicBezTo>
                  <a:pt x="2277241" y="-9052"/>
                  <a:pt x="2293423" y="5441"/>
                  <a:pt x="2564856" y="0"/>
                </a:cubicBezTo>
                <a:cubicBezTo>
                  <a:pt x="2836289" y="-5441"/>
                  <a:pt x="2971969" y="21662"/>
                  <a:pt x="3101144" y="0"/>
                </a:cubicBezTo>
                <a:cubicBezTo>
                  <a:pt x="3230319" y="-21662"/>
                  <a:pt x="3463529" y="19702"/>
                  <a:pt x="3637432" y="0"/>
                </a:cubicBezTo>
                <a:cubicBezTo>
                  <a:pt x="3811335" y="-19702"/>
                  <a:pt x="4193341" y="43615"/>
                  <a:pt x="4663374" y="0"/>
                </a:cubicBezTo>
                <a:cubicBezTo>
                  <a:pt x="4713644" y="216657"/>
                  <a:pt x="4642363" y="328006"/>
                  <a:pt x="4663374" y="525365"/>
                </a:cubicBezTo>
                <a:cubicBezTo>
                  <a:pt x="4684385" y="722725"/>
                  <a:pt x="4627136" y="838449"/>
                  <a:pt x="4663374" y="1094511"/>
                </a:cubicBezTo>
                <a:cubicBezTo>
                  <a:pt x="4490195" y="1123767"/>
                  <a:pt x="4438722" y="1083114"/>
                  <a:pt x="4220353" y="1094511"/>
                </a:cubicBezTo>
                <a:cubicBezTo>
                  <a:pt x="4001984" y="1105908"/>
                  <a:pt x="3877058" y="1084364"/>
                  <a:pt x="3777333" y="1094511"/>
                </a:cubicBezTo>
                <a:cubicBezTo>
                  <a:pt x="3677608" y="1104658"/>
                  <a:pt x="3404758" y="1076034"/>
                  <a:pt x="3194411" y="1094511"/>
                </a:cubicBezTo>
                <a:cubicBezTo>
                  <a:pt x="2984064" y="1112988"/>
                  <a:pt x="2882642" y="1085462"/>
                  <a:pt x="2658123" y="1094511"/>
                </a:cubicBezTo>
                <a:cubicBezTo>
                  <a:pt x="2433604" y="1103560"/>
                  <a:pt x="2425810" y="1045573"/>
                  <a:pt x="2215103" y="1094511"/>
                </a:cubicBezTo>
                <a:cubicBezTo>
                  <a:pt x="2004396" y="1143449"/>
                  <a:pt x="1863136" y="1077111"/>
                  <a:pt x="1725448" y="1094511"/>
                </a:cubicBezTo>
                <a:cubicBezTo>
                  <a:pt x="1587760" y="1111911"/>
                  <a:pt x="1378308" y="1049608"/>
                  <a:pt x="1235794" y="1094511"/>
                </a:cubicBezTo>
                <a:cubicBezTo>
                  <a:pt x="1093280" y="1139414"/>
                  <a:pt x="914709" y="1070570"/>
                  <a:pt x="746140" y="1094511"/>
                </a:cubicBezTo>
                <a:cubicBezTo>
                  <a:pt x="577571" y="1118452"/>
                  <a:pt x="166107" y="1056977"/>
                  <a:pt x="0" y="1094511"/>
                </a:cubicBezTo>
                <a:cubicBezTo>
                  <a:pt x="-45562" y="915436"/>
                  <a:pt x="22739" y="731347"/>
                  <a:pt x="0" y="536310"/>
                </a:cubicBezTo>
                <a:cubicBezTo>
                  <a:pt x="-22739" y="341273"/>
                  <a:pt x="29161" y="221683"/>
                  <a:pt x="0" y="0"/>
                </a:cubicBezTo>
                <a:close/>
              </a:path>
            </a:pathLst>
          </a:custGeom>
          <a:solidFill>
            <a:schemeClr val="accent1">
              <a:alpha val="7000"/>
            </a:schemeClr>
          </a:solidFill>
          <a:ln>
            <a:solidFill>
              <a:srgbClr val="172C51"/>
            </a:solidFill>
            <a:prstDash val="solid"/>
            <a:extLst>
              <a:ext uri="{C807C97D-BFC1-408E-A445-0C87EB9F89A2}">
                <ask:lineSketchStyleProps xmlns:ask="http://schemas.microsoft.com/office/drawing/2018/sketchyshapes" sd="1824856999">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H"/>
          </a:p>
        </p:txBody>
      </p:sp>
      <p:sp>
        <p:nvSpPr>
          <p:cNvPr id="29" name="Rectangle 28">
            <a:extLst>
              <a:ext uri="{FF2B5EF4-FFF2-40B4-BE49-F238E27FC236}">
                <a16:creationId xmlns:a16="http://schemas.microsoft.com/office/drawing/2014/main" id="{7131DEDC-E41D-09E5-E56D-2EEFC8A75B2B}"/>
              </a:ext>
            </a:extLst>
          </p:cNvPr>
          <p:cNvSpPr/>
          <p:nvPr/>
        </p:nvSpPr>
        <p:spPr>
          <a:xfrm>
            <a:off x="6366971" y="5184390"/>
            <a:ext cx="4337000" cy="1094511"/>
          </a:xfrm>
          <a:custGeom>
            <a:avLst/>
            <a:gdLst>
              <a:gd name="csX0" fmla="*/ 0 w 4337000"/>
              <a:gd name="csY0" fmla="*/ 0 h 1094511"/>
              <a:gd name="csX1" fmla="*/ 628865 w 4337000"/>
              <a:gd name="csY1" fmla="*/ 0 h 1094511"/>
              <a:gd name="csX2" fmla="*/ 1214360 w 4337000"/>
              <a:gd name="csY2" fmla="*/ 0 h 1094511"/>
              <a:gd name="csX3" fmla="*/ 1799855 w 4337000"/>
              <a:gd name="csY3" fmla="*/ 0 h 1094511"/>
              <a:gd name="csX4" fmla="*/ 2385350 w 4337000"/>
              <a:gd name="csY4" fmla="*/ 0 h 1094511"/>
              <a:gd name="csX5" fmla="*/ 2840735 w 4337000"/>
              <a:gd name="csY5" fmla="*/ 0 h 1094511"/>
              <a:gd name="csX6" fmla="*/ 3469600 w 4337000"/>
              <a:gd name="csY6" fmla="*/ 0 h 1094511"/>
              <a:gd name="csX7" fmla="*/ 4337000 w 4337000"/>
              <a:gd name="csY7" fmla="*/ 0 h 1094511"/>
              <a:gd name="csX8" fmla="*/ 4337000 w 4337000"/>
              <a:gd name="csY8" fmla="*/ 569146 h 1094511"/>
              <a:gd name="csX9" fmla="*/ 4337000 w 4337000"/>
              <a:gd name="csY9" fmla="*/ 1094511 h 1094511"/>
              <a:gd name="csX10" fmla="*/ 3838245 w 4337000"/>
              <a:gd name="csY10" fmla="*/ 1094511 h 1094511"/>
              <a:gd name="csX11" fmla="*/ 3252750 w 4337000"/>
              <a:gd name="csY11" fmla="*/ 1094511 h 1094511"/>
              <a:gd name="csX12" fmla="*/ 2667255 w 4337000"/>
              <a:gd name="csY12" fmla="*/ 1094511 h 1094511"/>
              <a:gd name="csX13" fmla="*/ 2255240 w 4337000"/>
              <a:gd name="csY13" fmla="*/ 1094511 h 1094511"/>
              <a:gd name="csX14" fmla="*/ 1756485 w 4337000"/>
              <a:gd name="csY14" fmla="*/ 1094511 h 1094511"/>
              <a:gd name="csX15" fmla="*/ 1214360 w 4337000"/>
              <a:gd name="csY15" fmla="*/ 1094511 h 1094511"/>
              <a:gd name="csX16" fmla="*/ 585495 w 4337000"/>
              <a:gd name="csY16" fmla="*/ 1094511 h 1094511"/>
              <a:gd name="csX17" fmla="*/ 0 w 4337000"/>
              <a:gd name="csY17" fmla="*/ 1094511 h 1094511"/>
              <a:gd name="csX18" fmla="*/ 0 w 4337000"/>
              <a:gd name="csY18" fmla="*/ 569146 h 1094511"/>
              <a:gd name="csX19" fmla="*/ 0 w 4337000"/>
              <a:gd name="csY19" fmla="*/ 0 h 109451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4337000" h="1094511" fill="none" extrusionOk="0">
                <a:moveTo>
                  <a:pt x="0" y="0"/>
                </a:moveTo>
                <a:cubicBezTo>
                  <a:pt x="275836" y="-70223"/>
                  <a:pt x="406125" y="21472"/>
                  <a:pt x="628865" y="0"/>
                </a:cubicBezTo>
                <a:cubicBezTo>
                  <a:pt x="851605" y="-21472"/>
                  <a:pt x="1061164" y="14365"/>
                  <a:pt x="1214360" y="0"/>
                </a:cubicBezTo>
                <a:cubicBezTo>
                  <a:pt x="1367557" y="-14365"/>
                  <a:pt x="1586387" y="59308"/>
                  <a:pt x="1799855" y="0"/>
                </a:cubicBezTo>
                <a:cubicBezTo>
                  <a:pt x="2013323" y="-59308"/>
                  <a:pt x="2174544" y="41851"/>
                  <a:pt x="2385350" y="0"/>
                </a:cubicBezTo>
                <a:cubicBezTo>
                  <a:pt x="2596156" y="-41851"/>
                  <a:pt x="2748552" y="33733"/>
                  <a:pt x="2840735" y="0"/>
                </a:cubicBezTo>
                <a:cubicBezTo>
                  <a:pt x="2932918" y="-33733"/>
                  <a:pt x="3256598" y="19159"/>
                  <a:pt x="3469600" y="0"/>
                </a:cubicBezTo>
                <a:cubicBezTo>
                  <a:pt x="3682602" y="-19159"/>
                  <a:pt x="4114972" y="12936"/>
                  <a:pt x="4337000" y="0"/>
                </a:cubicBezTo>
                <a:cubicBezTo>
                  <a:pt x="4358269" y="153082"/>
                  <a:pt x="4333029" y="314517"/>
                  <a:pt x="4337000" y="569146"/>
                </a:cubicBezTo>
                <a:cubicBezTo>
                  <a:pt x="4340971" y="823775"/>
                  <a:pt x="4280702" y="981495"/>
                  <a:pt x="4337000" y="1094511"/>
                </a:cubicBezTo>
                <a:cubicBezTo>
                  <a:pt x="4131151" y="1114749"/>
                  <a:pt x="3975035" y="1059658"/>
                  <a:pt x="3838245" y="1094511"/>
                </a:cubicBezTo>
                <a:cubicBezTo>
                  <a:pt x="3701456" y="1129364"/>
                  <a:pt x="3497220" y="1063998"/>
                  <a:pt x="3252750" y="1094511"/>
                </a:cubicBezTo>
                <a:cubicBezTo>
                  <a:pt x="3008280" y="1125024"/>
                  <a:pt x="2942156" y="1048838"/>
                  <a:pt x="2667255" y="1094511"/>
                </a:cubicBezTo>
                <a:cubicBezTo>
                  <a:pt x="2392354" y="1140184"/>
                  <a:pt x="2379131" y="1086544"/>
                  <a:pt x="2255240" y="1094511"/>
                </a:cubicBezTo>
                <a:cubicBezTo>
                  <a:pt x="2131349" y="1102478"/>
                  <a:pt x="1938331" y="1072820"/>
                  <a:pt x="1756485" y="1094511"/>
                </a:cubicBezTo>
                <a:cubicBezTo>
                  <a:pt x="1574640" y="1116202"/>
                  <a:pt x="1416013" y="1038925"/>
                  <a:pt x="1214360" y="1094511"/>
                </a:cubicBezTo>
                <a:cubicBezTo>
                  <a:pt x="1012708" y="1150097"/>
                  <a:pt x="892111" y="1034651"/>
                  <a:pt x="585495" y="1094511"/>
                </a:cubicBezTo>
                <a:cubicBezTo>
                  <a:pt x="278879" y="1154371"/>
                  <a:pt x="141853" y="1039638"/>
                  <a:pt x="0" y="1094511"/>
                </a:cubicBezTo>
                <a:cubicBezTo>
                  <a:pt x="-29027" y="886276"/>
                  <a:pt x="24936" y="730252"/>
                  <a:pt x="0" y="569146"/>
                </a:cubicBezTo>
                <a:cubicBezTo>
                  <a:pt x="-24936" y="408040"/>
                  <a:pt x="38231" y="148522"/>
                  <a:pt x="0" y="0"/>
                </a:cubicBezTo>
                <a:close/>
              </a:path>
              <a:path w="4337000" h="1094511" stroke="0" extrusionOk="0">
                <a:moveTo>
                  <a:pt x="0" y="0"/>
                </a:moveTo>
                <a:cubicBezTo>
                  <a:pt x="188048" y="-13532"/>
                  <a:pt x="362206" y="44972"/>
                  <a:pt x="455385" y="0"/>
                </a:cubicBezTo>
                <a:cubicBezTo>
                  <a:pt x="548565" y="-44972"/>
                  <a:pt x="741102" y="36386"/>
                  <a:pt x="997510" y="0"/>
                </a:cubicBezTo>
                <a:cubicBezTo>
                  <a:pt x="1253919" y="-36386"/>
                  <a:pt x="1283638" y="48022"/>
                  <a:pt x="1496265" y="0"/>
                </a:cubicBezTo>
                <a:cubicBezTo>
                  <a:pt x="1708892" y="-48022"/>
                  <a:pt x="1786329" y="39379"/>
                  <a:pt x="1908280" y="0"/>
                </a:cubicBezTo>
                <a:cubicBezTo>
                  <a:pt x="2030232" y="-39379"/>
                  <a:pt x="2332833" y="24182"/>
                  <a:pt x="2493775" y="0"/>
                </a:cubicBezTo>
                <a:cubicBezTo>
                  <a:pt x="2654718" y="-24182"/>
                  <a:pt x="2817732" y="22516"/>
                  <a:pt x="3035900" y="0"/>
                </a:cubicBezTo>
                <a:cubicBezTo>
                  <a:pt x="3254069" y="-22516"/>
                  <a:pt x="3366200" y="52735"/>
                  <a:pt x="3491285" y="0"/>
                </a:cubicBezTo>
                <a:cubicBezTo>
                  <a:pt x="3616371" y="-52735"/>
                  <a:pt x="3924745" y="79748"/>
                  <a:pt x="4337000" y="0"/>
                </a:cubicBezTo>
                <a:cubicBezTo>
                  <a:pt x="4400368" y="127463"/>
                  <a:pt x="4270411" y="386529"/>
                  <a:pt x="4337000" y="558201"/>
                </a:cubicBezTo>
                <a:cubicBezTo>
                  <a:pt x="4403589" y="729873"/>
                  <a:pt x="4308781" y="980038"/>
                  <a:pt x="4337000" y="1094511"/>
                </a:cubicBezTo>
                <a:cubicBezTo>
                  <a:pt x="4189307" y="1165801"/>
                  <a:pt x="3892361" y="1093213"/>
                  <a:pt x="3708135" y="1094511"/>
                </a:cubicBezTo>
                <a:cubicBezTo>
                  <a:pt x="3523910" y="1095809"/>
                  <a:pt x="3387661" y="1065296"/>
                  <a:pt x="3122640" y="1094511"/>
                </a:cubicBezTo>
                <a:cubicBezTo>
                  <a:pt x="2857620" y="1123726"/>
                  <a:pt x="2808686" y="1089369"/>
                  <a:pt x="2537145" y="1094511"/>
                </a:cubicBezTo>
                <a:cubicBezTo>
                  <a:pt x="2265604" y="1099653"/>
                  <a:pt x="2142537" y="1058441"/>
                  <a:pt x="2038390" y="1094511"/>
                </a:cubicBezTo>
                <a:cubicBezTo>
                  <a:pt x="1934244" y="1130581"/>
                  <a:pt x="1698248" y="1085255"/>
                  <a:pt x="1409525" y="1094511"/>
                </a:cubicBezTo>
                <a:cubicBezTo>
                  <a:pt x="1120802" y="1103767"/>
                  <a:pt x="936052" y="1084054"/>
                  <a:pt x="780660" y="1094511"/>
                </a:cubicBezTo>
                <a:cubicBezTo>
                  <a:pt x="625268" y="1104968"/>
                  <a:pt x="270538" y="1001047"/>
                  <a:pt x="0" y="1094511"/>
                </a:cubicBezTo>
                <a:cubicBezTo>
                  <a:pt x="-25218" y="868285"/>
                  <a:pt x="56797" y="674382"/>
                  <a:pt x="0" y="558201"/>
                </a:cubicBezTo>
                <a:cubicBezTo>
                  <a:pt x="-56797" y="442020"/>
                  <a:pt x="9617" y="170357"/>
                  <a:pt x="0" y="0"/>
                </a:cubicBezTo>
                <a:close/>
              </a:path>
            </a:pathLst>
          </a:custGeom>
          <a:solidFill>
            <a:schemeClr val="accent1">
              <a:alpha val="7000"/>
            </a:schemeClr>
          </a:solidFill>
          <a:ln>
            <a:solidFill>
              <a:srgbClr val="172C51"/>
            </a:solidFill>
            <a:prstDash val="solid"/>
            <a:extLst>
              <a:ext uri="{C807C97D-BFC1-408E-A445-0C87EB9F89A2}">
                <ask:lineSketchStyleProps xmlns:ask="http://schemas.microsoft.com/office/drawing/2018/sketchyshapes" sd="246184469">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H"/>
          </a:p>
        </p:txBody>
      </p:sp>
      <p:sp>
        <p:nvSpPr>
          <p:cNvPr id="30" name="Rectangle 29">
            <a:extLst>
              <a:ext uri="{FF2B5EF4-FFF2-40B4-BE49-F238E27FC236}">
                <a16:creationId xmlns:a16="http://schemas.microsoft.com/office/drawing/2014/main" id="{2B1E0ED2-7E56-54FE-104F-C1CB8DDE39C2}"/>
              </a:ext>
            </a:extLst>
          </p:cNvPr>
          <p:cNvSpPr/>
          <p:nvPr/>
        </p:nvSpPr>
        <p:spPr>
          <a:xfrm>
            <a:off x="2775939" y="2519634"/>
            <a:ext cx="5020623" cy="1094511"/>
          </a:xfrm>
          <a:custGeom>
            <a:avLst/>
            <a:gdLst>
              <a:gd name="csX0" fmla="*/ 0 w 5020623"/>
              <a:gd name="csY0" fmla="*/ 0 h 1094511"/>
              <a:gd name="csX1" fmla="*/ 608053 w 5020623"/>
              <a:gd name="csY1" fmla="*/ 0 h 1094511"/>
              <a:gd name="csX2" fmla="*/ 1266313 w 5020623"/>
              <a:gd name="csY2" fmla="*/ 0 h 1094511"/>
              <a:gd name="csX3" fmla="*/ 1773953 w 5020623"/>
              <a:gd name="csY3" fmla="*/ 0 h 1094511"/>
              <a:gd name="csX4" fmla="*/ 2231388 w 5020623"/>
              <a:gd name="csY4" fmla="*/ 0 h 1094511"/>
              <a:gd name="csX5" fmla="*/ 2739029 w 5020623"/>
              <a:gd name="csY5" fmla="*/ 0 h 1094511"/>
              <a:gd name="csX6" fmla="*/ 3296876 w 5020623"/>
              <a:gd name="csY6" fmla="*/ 0 h 1094511"/>
              <a:gd name="csX7" fmla="*/ 3955135 w 5020623"/>
              <a:gd name="csY7" fmla="*/ 0 h 1094511"/>
              <a:gd name="csX8" fmla="*/ 4512982 w 5020623"/>
              <a:gd name="csY8" fmla="*/ 0 h 1094511"/>
              <a:gd name="csX9" fmla="*/ 5020623 w 5020623"/>
              <a:gd name="csY9" fmla="*/ 0 h 1094511"/>
              <a:gd name="csX10" fmla="*/ 5020623 w 5020623"/>
              <a:gd name="csY10" fmla="*/ 558201 h 1094511"/>
              <a:gd name="csX11" fmla="*/ 5020623 w 5020623"/>
              <a:gd name="csY11" fmla="*/ 1094511 h 1094511"/>
              <a:gd name="csX12" fmla="*/ 4412570 w 5020623"/>
              <a:gd name="csY12" fmla="*/ 1094511 h 1094511"/>
              <a:gd name="csX13" fmla="*/ 3754310 w 5020623"/>
              <a:gd name="csY13" fmla="*/ 1094511 h 1094511"/>
              <a:gd name="csX14" fmla="*/ 3146257 w 5020623"/>
              <a:gd name="csY14" fmla="*/ 1094511 h 1094511"/>
              <a:gd name="csX15" fmla="*/ 2538204 w 5020623"/>
              <a:gd name="csY15" fmla="*/ 1094511 h 1094511"/>
              <a:gd name="csX16" fmla="*/ 1930151 w 5020623"/>
              <a:gd name="csY16" fmla="*/ 1094511 h 1094511"/>
              <a:gd name="csX17" fmla="*/ 1322097 w 5020623"/>
              <a:gd name="csY17" fmla="*/ 1094511 h 1094511"/>
              <a:gd name="csX18" fmla="*/ 864663 w 5020623"/>
              <a:gd name="csY18" fmla="*/ 1094511 h 1094511"/>
              <a:gd name="csX19" fmla="*/ 0 w 5020623"/>
              <a:gd name="csY19" fmla="*/ 1094511 h 1094511"/>
              <a:gd name="csX20" fmla="*/ 0 w 5020623"/>
              <a:gd name="csY20" fmla="*/ 525365 h 1094511"/>
              <a:gd name="csX21" fmla="*/ 0 w 5020623"/>
              <a:gd name="csY21" fmla="*/ 0 h 109451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5020623" h="1094511" fill="none" extrusionOk="0">
                <a:moveTo>
                  <a:pt x="0" y="0"/>
                </a:moveTo>
                <a:cubicBezTo>
                  <a:pt x="239979" y="-51902"/>
                  <a:pt x="317019" y="34288"/>
                  <a:pt x="608053" y="0"/>
                </a:cubicBezTo>
                <a:cubicBezTo>
                  <a:pt x="899087" y="-34288"/>
                  <a:pt x="948338" y="63495"/>
                  <a:pt x="1266313" y="0"/>
                </a:cubicBezTo>
                <a:cubicBezTo>
                  <a:pt x="1584288" y="-63495"/>
                  <a:pt x="1529710" y="2156"/>
                  <a:pt x="1773953" y="0"/>
                </a:cubicBezTo>
                <a:cubicBezTo>
                  <a:pt x="2018196" y="-2156"/>
                  <a:pt x="2098541" y="13827"/>
                  <a:pt x="2231388" y="0"/>
                </a:cubicBezTo>
                <a:cubicBezTo>
                  <a:pt x="2364236" y="-13827"/>
                  <a:pt x="2529124" y="53792"/>
                  <a:pt x="2739029" y="0"/>
                </a:cubicBezTo>
                <a:cubicBezTo>
                  <a:pt x="2948934" y="-53792"/>
                  <a:pt x="3075381" y="21424"/>
                  <a:pt x="3296876" y="0"/>
                </a:cubicBezTo>
                <a:cubicBezTo>
                  <a:pt x="3518371" y="-21424"/>
                  <a:pt x="3742962" y="43562"/>
                  <a:pt x="3955135" y="0"/>
                </a:cubicBezTo>
                <a:cubicBezTo>
                  <a:pt x="4167308" y="-43562"/>
                  <a:pt x="4348483" y="63226"/>
                  <a:pt x="4512982" y="0"/>
                </a:cubicBezTo>
                <a:cubicBezTo>
                  <a:pt x="4677481" y="-63226"/>
                  <a:pt x="4855871" y="52874"/>
                  <a:pt x="5020623" y="0"/>
                </a:cubicBezTo>
                <a:cubicBezTo>
                  <a:pt x="5063720" y="153596"/>
                  <a:pt x="4973701" y="398444"/>
                  <a:pt x="5020623" y="558201"/>
                </a:cubicBezTo>
                <a:cubicBezTo>
                  <a:pt x="5067545" y="717958"/>
                  <a:pt x="5014274" y="963826"/>
                  <a:pt x="5020623" y="1094511"/>
                </a:cubicBezTo>
                <a:cubicBezTo>
                  <a:pt x="4748923" y="1158017"/>
                  <a:pt x="4594954" y="1053304"/>
                  <a:pt x="4412570" y="1094511"/>
                </a:cubicBezTo>
                <a:cubicBezTo>
                  <a:pt x="4230186" y="1135718"/>
                  <a:pt x="3939285" y="1074140"/>
                  <a:pt x="3754310" y="1094511"/>
                </a:cubicBezTo>
                <a:cubicBezTo>
                  <a:pt x="3569335" y="1114882"/>
                  <a:pt x="3289431" y="1080021"/>
                  <a:pt x="3146257" y="1094511"/>
                </a:cubicBezTo>
                <a:cubicBezTo>
                  <a:pt x="3003083" y="1109001"/>
                  <a:pt x="2789440" y="1029644"/>
                  <a:pt x="2538204" y="1094511"/>
                </a:cubicBezTo>
                <a:cubicBezTo>
                  <a:pt x="2286968" y="1159378"/>
                  <a:pt x="2182919" y="1075275"/>
                  <a:pt x="1930151" y="1094511"/>
                </a:cubicBezTo>
                <a:cubicBezTo>
                  <a:pt x="1677383" y="1113747"/>
                  <a:pt x="1551553" y="1046614"/>
                  <a:pt x="1322097" y="1094511"/>
                </a:cubicBezTo>
                <a:cubicBezTo>
                  <a:pt x="1092641" y="1142408"/>
                  <a:pt x="1045049" y="1041019"/>
                  <a:pt x="864663" y="1094511"/>
                </a:cubicBezTo>
                <a:cubicBezTo>
                  <a:pt x="684277" y="1148003"/>
                  <a:pt x="357724" y="996434"/>
                  <a:pt x="0" y="1094511"/>
                </a:cubicBezTo>
                <a:cubicBezTo>
                  <a:pt x="-41249" y="816850"/>
                  <a:pt x="39826" y="770944"/>
                  <a:pt x="0" y="525365"/>
                </a:cubicBezTo>
                <a:cubicBezTo>
                  <a:pt x="-39826" y="279786"/>
                  <a:pt x="50865" y="162319"/>
                  <a:pt x="0" y="0"/>
                </a:cubicBezTo>
                <a:close/>
              </a:path>
              <a:path w="5020623" h="1094511" stroke="0" extrusionOk="0">
                <a:moveTo>
                  <a:pt x="0" y="0"/>
                </a:moveTo>
                <a:cubicBezTo>
                  <a:pt x="273566" y="-19726"/>
                  <a:pt x="424189" y="55972"/>
                  <a:pt x="608053" y="0"/>
                </a:cubicBezTo>
                <a:cubicBezTo>
                  <a:pt x="791917" y="-55972"/>
                  <a:pt x="974420" y="29963"/>
                  <a:pt x="1115694" y="0"/>
                </a:cubicBezTo>
                <a:cubicBezTo>
                  <a:pt x="1256968" y="-29963"/>
                  <a:pt x="1529792" y="6143"/>
                  <a:pt x="1673541" y="0"/>
                </a:cubicBezTo>
                <a:cubicBezTo>
                  <a:pt x="1817290" y="-6143"/>
                  <a:pt x="1939774" y="39228"/>
                  <a:pt x="2130976" y="0"/>
                </a:cubicBezTo>
                <a:cubicBezTo>
                  <a:pt x="2322178" y="-39228"/>
                  <a:pt x="2438128" y="58995"/>
                  <a:pt x="2688823" y="0"/>
                </a:cubicBezTo>
                <a:cubicBezTo>
                  <a:pt x="2939518" y="-58995"/>
                  <a:pt x="3016861" y="4933"/>
                  <a:pt x="3146257" y="0"/>
                </a:cubicBezTo>
                <a:cubicBezTo>
                  <a:pt x="3275653" y="-4933"/>
                  <a:pt x="3434361" y="17140"/>
                  <a:pt x="3704104" y="0"/>
                </a:cubicBezTo>
                <a:cubicBezTo>
                  <a:pt x="3973847" y="-17140"/>
                  <a:pt x="4018575" y="50791"/>
                  <a:pt x="4211745" y="0"/>
                </a:cubicBezTo>
                <a:cubicBezTo>
                  <a:pt x="4404915" y="-50791"/>
                  <a:pt x="4779190" y="18388"/>
                  <a:pt x="5020623" y="0"/>
                </a:cubicBezTo>
                <a:cubicBezTo>
                  <a:pt x="5083111" y="192615"/>
                  <a:pt x="5001882" y="292741"/>
                  <a:pt x="5020623" y="558201"/>
                </a:cubicBezTo>
                <a:cubicBezTo>
                  <a:pt x="5039364" y="823661"/>
                  <a:pt x="5000506" y="827981"/>
                  <a:pt x="5020623" y="1094511"/>
                </a:cubicBezTo>
                <a:cubicBezTo>
                  <a:pt x="4776737" y="1107709"/>
                  <a:pt x="4714027" y="1035651"/>
                  <a:pt x="4512982" y="1094511"/>
                </a:cubicBezTo>
                <a:cubicBezTo>
                  <a:pt x="4311937" y="1153371"/>
                  <a:pt x="4099520" y="1045554"/>
                  <a:pt x="3854723" y="1094511"/>
                </a:cubicBezTo>
                <a:cubicBezTo>
                  <a:pt x="3609926" y="1143468"/>
                  <a:pt x="3490563" y="1038483"/>
                  <a:pt x="3296876" y="1094511"/>
                </a:cubicBezTo>
                <a:cubicBezTo>
                  <a:pt x="3103189" y="1150539"/>
                  <a:pt x="2892259" y="1047891"/>
                  <a:pt x="2789235" y="1094511"/>
                </a:cubicBezTo>
                <a:cubicBezTo>
                  <a:pt x="2686211" y="1141131"/>
                  <a:pt x="2391772" y="1091029"/>
                  <a:pt x="2181182" y="1094511"/>
                </a:cubicBezTo>
                <a:cubicBezTo>
                  <a:pt x="1970592" y="1097993"/>
                  <a:pt x="1767953" y="1052860"/>
                  <a:pt x="1522922" y="1094511"/>
                </a:cubicBezTo>
                <a:cubicBezTo>
                  <a:pt x="1277891" y="1136162"/>
                  <a:pt x="1203096" y="1092383"/>
                  <a:pt x="1115694" y="1094511"/>
                </a:cubicBezTo>
                <a:cubicBezTo>
                  <a:pt x="1028292" y="1096639"/>
                  <a:pt x="836148" y="1061886"/>
                  <a:pt x="708466" y="1094511"/>
                </a:cubicBezTo>
                <a:cubicBezTo>
                  <a:pt x="580784" y="1127136"/>
                  <a:pt x="165272" y="1065351"/>
                  <a:pt x="0" y="1094511"/>
                </a:cubicBezTo>
                <a:cubicBezTo>
                  <a:pt x="-48386" y="814061"/>
                  <a:pt x="27377" y="651568"/>
                  <a:pt x="0" y="525365"/>
                </a:cubicBezTo>
                <a:cubicBezTo>
                  <a:pt x="-27377" y="399162"/>
                  <a:pt x="19976" y="213146"/>
                  <a:pt x="0" y="0"/>
                </a:cubicBezTo>
                <a:close/>
              </a:path>
            </a:pathLst>
          </a:custGeom>
          <a:solidFill>
            <a:schemeClr val="accent1">
              <a:alpha val="7000"/>
            </a:schemeClr>
          </a:solidFill>
          <a:ln>
            <a:solidFill>
              <a:srgbClr val="172C51"/>
            </a:solidFill>
            <a:prstDash val="solid"/>
            <a:extLst>
              <a:ext uri="{C807C97D-BFC1-408E-A445-0C87EB9F89A2}">
                <ask:lineSketchStyleProps xmlns:ask="http://schemas.microsoft.com/office/drawing/2018/sketchyshapes" sd="2512980468">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H"/>
          </a:p>
        </p:txBody>
      </p:sp>
      <p:pic>
        <p:nvPicPr>
          <p:cNvPr id="32" name="Picture 31">
            <a:extLst>
              <a:ext uri="{FF2B5EF4-FFF2-40B4-BE49-F238E27FC236}">
                <a16:creationId xmlns:a16="http://schemas.microsoft.com/office/drawing/2014/main" id="{42F9ED87-8893-5BF3-EECE-5C02C8B3B1B3}"/>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rot="4087524">
            <a:off x="5820926" y="1372544"/>
            <a:ext cx="1309940" cy="1153387"/>
          </a:xfrm>
          <a:prstGeom prst="rect">
            <a:avLst/>
          </a:prstGeom>
        </p:spPr>
      </p:pic>
      <p:pic>
        <p:nvPicPr>
          <p:cNvPr id="33" name="Picture 32">
            <a:extLst>
              <a:ext uri="{FF2B5EF4-FFF2-40B4-BE49-F238E27FC236}">
                <a16:creationId xmlns:a16="http://schemas.microsoft.com/office/drawing/2014/main" id="{3D8D71AF-0A41-6588-DE21-E9BB543AA889}"/>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rot="4087524">
            <a:off x="7633943" y="2765616"/>
            <a:ext cx="1309940" cy="1153387"/>
          </a:xfrm>
          <a:prstGeom prst="rect">
            <a:avLst/>
          </a:prstGeom>
        </p:spPr>
      </p:pic>
      <p:pic>
        <p:nvPicPr>
          <p:cNvPr id="34" name="Picture 33">
            <a:extLst>
              <a:ext uri="{FF2B5EF4-FFF2-40B4-BE49-F238E27FC236}">
                <a16:creationId xmlns:a16="http://schemas.microsoft.com/office/drawing/2014/main" id="{E638F7C5-DA00-D417-F96E-5FB90296E525}"/>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rot="4087524">
            <a:off x="8987520" y="4125319"/>
            <a:ext cx="1309940" cy="1153387"/>
          </a:xfrm>
          <a:prstGeom prst="rect">
            <a:avLst/>
          </a:prstGeom>
        </p:spPr>
      </p:pic>
      <p:pic>
        <p:nvPicPr>
          <p:cNvPr id="36" name="Picture 35">
            <a:extLst>
              <a:ext uri="{FF2B5EF4-FFF2-40B4-BE49-F238E27FC236}">
                <a16:creationId xmlns:a16="http://schemas.microsoft.com/office/drawing/2014/main" id="{9376AB77-B166-35F8-7E41-C440205FCFD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54778" y="5198371"/>
            <a:ext cx="1094511" cy="1094511"/>
          </a:xfrm>
          <a:prstGeom prst="rect">
            <a:avLst/>
          </a:prstGeom>
          <a:ln>
            <a:noFill/>
          </a:ln>
          <a:effectLst>
            <a:softEdge rad="112500"/>
          </a:effectLst>
        </p:spPr>
      </p:pic>
      <p:pic>
        <p:nvPicPr>
          <p:cNvPr id="38" name="Picture 37">
            <a:extLst>
              <a:ext uri="{FF2B5EF4-FFF2-40B4-BE49-F238E27FC236}">
                <a16:creationId xmlns:a16="http://schemas.microsoft.com/office/drawing/2014/main" id="{72A384CA-FC80-9A39-7CBE-D9541F04FCE2}"/>
              </a:ext>
            </a:extLst>
          </p:cNvPr>
          <p:cNvPicPr>
            <a:picLocks noChangeAspect="1"/>
          </p:cNvPicPr>
          <p:nvPr/>
        </p:nvPicPr>
        <p:blipFill>
          <a:blip r:embed="rId6">
            <a:extLst>
              <a:ext uri="{28A0092B-C50C-407E-A947-70E740481C1C}">
                <a14:useLocalDpi xmlns:a14="http://schemas.microsoft.com/office/drawing/2010/main" val="0"/>
              </a:ext>
            </a:extLst>
          </a:blip>
          <a:srcRect b="16183"/>
          <a:stretch>
            <a:fillRect/>
          </a:stretch>
        </p:blipFill>
        <p:spPr>
          <a:xfrm>
            <a:off x="2816156" y="3857127"/>
            <a:ext cx="1613175" cy="1116719"/>
          </a:xfrm>
          <a:prstGeom prst="rect">
            <a:avLst/>
          </a:prstGeom>
          <a:ln>
            <a:noFill/>
          </a:ln>
          <a:effectLst>
            <a:softEdge rad="112500"/>
          </a:effectLst>
        </p:spPr>
      </p:pic>
      <p:pic>
        <p:nvPicPr>
          <p:cNvPr id="40" name="Picture 39">
            <a:extLst>
              <a:ext uri="{FF2B5EF4-FFF2-40B4-BE49-F238E27FC236}">
                <a16:creationId xmlns:a16="http://schemas.microsoft.com/office/drawing/2014/main" id="{91B2F8D6-4A59-BF6C-4592-ACC340B3985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46067" y="2497427"/>
            <a:ext cx="1629871" cy="1094512"/>
          </a:xfrm>
          <a:prstGeom prst="rect">
            <a:avLst/>
          </a:prstGeom>
          <a:ln>
            <a:noFill/>
          </a:ln>
          <a:effectLst>
            <a:softEdge rad="112500"/>
          </a:effectLst>
        </p:spPr>
      </p:pic>
      <p:pic>
        <p:nvPicPr>
          <p:cNvPr id="42" name="Picture 41">
            <a:extLst>
              <a:ext uri="{FF2B5EF4-FFF2-40B4-BE49-F238E27FC236}">
                <a16:creationId xmlns:a16="http://schemas.microsoft.com/office/drawing/2014/main" id="{3874AFE9-DB57-D3F8-EA02-126DC908069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flipH="1">
            <a:off x="129385" y="1199265"/>
            <a:ext cx="1116815" cy="1116815"/>
          </a:xfrm>
          <a:prstGeom prst="rect">
            <a:avLst/>
          </a:prstGeom>
          <a:ln>
            <a:noFill/>
          </a:ln>
          <a:effectLst>
            <a:softEdge rad="112500"/>
          </a:effectLst>
        </p:spPr>
      </p:pic>
      <p:sp>
        <p:nvSpPr>
          <p:cNvPr id="5" name="Slide Number Placeholder 4">
            <a:extLst>
              <a:ext uri="{FF2B5EF4-FFF2-40B4-BE49-F238E27FC236}">
                <a16:creationId xmlns:a16="http://schemas.microsoft.com/office/drawing/2014/main" id="{3EE1E49E-8EA0-8718-0A91-1641D8C16597}"/>
              </a:ext>
            </a:extLst>
          </p:cNvPr>
          <p:cNvSpPr>
            <a:spLocks noGrp="1"/>
          </p:cNvSpPr>
          <p:nvPr>
            <p:ph type="sldNum" sz="quarter" idx="12"/>
          </p:nvPr>
        </p:nvSpPr>
        <p:spPr/>
        <p:txBody>
          <a:bodyPr/>
          <a:lstStyle/>
          <a:p>
            <a:fld id="{D0BF8645-C839-45DF-AEB8-FDDC90870F86}" type="slidenum">
              <a:rPr lang="en-US" smtClean="0"/>
              <a:t>6</a:t>
            </a:fld>
            <a:endParaRPr lang="en-US"/>
          </a:p>
        </p:txBody>
      </p:sp>
    </p:spTree>
    <p:extLst>
      <p:ext uri="{BB962C8B-B14F-4D97-AF65-F5344CB8AC3E}">
        <p14:creationId xmlns:p14="http://schemas.microsoft.com/office/powerpoint/2010/main" val="14478233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844762-DA66-4275-6FAF-C7D8B24EEFEB}"/>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29025F58-4535-E1F9-A52A-8EA6D2A9426C}"/>
              </a:ext>
            </a:extLst>
          </p:cNvPr>
          <p:cNvPicPr>
            <a:picLocks noChangeAspect="1"/>
          </p:cNvPicPr>
          <p:nvPr/>
        </p:nvPicPr>
        <p:blipFill>
          <a:blip r:embed="rId2">
            <a:extLst>
              <a:ext uri="{28A0092B-C50C-407E-A947-70E740481C1C}">
                <a14:useLocalDpi xmlns:a14="http://schemas.microsoft.com/office/drawing/2010/main" val="0"/>
              </a:ext>
            </a:extLst>
          </a:blip>
          <a:srcRect l="269" t="15112" r="-269" b="34025"/>
          <a:stretch>
            <a:fillRect/>
          </a:stretch>
        </p:blipFill>
        <p:spPr>
          <a:xfrm>
            <a:off x="-114695" y="-1042852"/>
            <a:ext cx="12421390" cy="4174837"/>
          </a:xfrm>
          <a:prstGeom prst="rect">
            <a:avLst/>
          </a:prstGeom>
        </p:spPr>
      </p:pic>
      <p:sp>
        <p:nvSpPr>
          <p:cNvPr id="3" name="Rectangle 2">
            <a:extLst>
              <a:ext uri="{FF2B5EF4-FFF2-40B4-BE49-F238E27FC236}">
                <a16:creationId xmlns:a16="http://schemas.microsoft.com/office/drawing/2014/main" id="{1E67C197-9999-60CF-25AE-7EF62ADE1A13}"/>
              </a:ext>
            </a:extLst>
          </p:cNvPr>
          <p:cNvSpPr/>
          <p:nvPr/>
        </p:nvSpPr>
        <p:spPr>
          <a:xfrm>
            <a:off x="374719" y="3845499"/>
            <a:ext cx="4932218" cy="2121192"/>
          </a:xfrm>
          <a:prstGeom prst="rect">
            <a:avLst/>
          </a:prstGeom>
          <a:solidFill>
            <a:schemeClr val="accent2">
              <a:alpha val="6000"/>
            </a:schemeClr>
          </a:solidFill>
          <a:ln>
            <a:noFill/>
          </a:ln>
          <a:effectLst/>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GH"/>
          </a:p>
        </p:txBody>
      </p:sp>
      <p:sp>
        <p:nvSpPr>
          <p:cNvPr id="2" name="TextBox 1">
            <a:extLst>
              <a:ext uri="{FF2B5EF4-FFF2-40B4-BE49-F238E27FC236}">
                <a16:creationId xmlns:a16="http://schemas.microsoft.com/office/drawing/2014/main" id="{80EEE0F5-E323-8046-E10C-B44B4B5AD562}"/>
              </a:ext>
            </a:extLst>
          </p:cNvPr>
          <p:cNvSpPr txBox="1"/>
          <p:nvPr/>
        </p:nvSpPr>
        <p:spPr>
          <a:xfrm>
            <a:off x="374719" y="4182820"/>
            <a:ext cx="4932218" cy="1446550"/>
          </a:xfrm>
          <a:prstGeom prst="rect">
            <a:avLst/>
          </a:prstGeom>
          <a:noFill/>
        </p:spPr>
        <p:txBody>
          <a:bodyPr wrap="square" rtlCol="0">
            <a:spAutoFit/>
          </a:bodyPr>
          <a:lstStyle/>
          <a:p>
            <a:pPr algn="ctr"/>
            <a:r>
              <a:rPr lang="en-US" sz="4400" b="1" dirty="0">
                <a:latin typeface="Times New Roman" panose="02020603050405020304" pitchFamily="18" charset="0"/>
                <a:cs typeface="Times New Roman" panose="02020603050405020304" pitchFamily="18" charset="0"/>
              </a:rPr>
              <a:t>APP </a:t>
            </a:r>
          </a:p>
          <a:p>
            <a:pPr algn="ctr"/>
            <a:r>
              <a:rPr lang="en-US" sz="4400" b="1" dirty="0">
                <a:latin typeface="Times New Roman" panose="02020603050405020304" pitchFamily="18" charset="0"/>
                <a:cs typeface="Times New Roman" panose="02020603050405020304" pitchFamily="18" charset="0"/>
              </a:rPr>
              <a:t>DESCRIPTION</a:t>
            </a:r>
          </a:p>
        </p:txBody>
      </p:sp>
      <p:sp>
        <p:nvSpPr>
          <p:cNvPr id="9" name="TextBox 8">
            <a:extLst>
              <a:ext uri="{FF2B5EF4-FFF2-40B4-BE49-F238E27FC236}">
                <a16:creationId xmlns:a16="http://schemas.microsoft.com/office/drawing/2014/main" id="{31134475-F142-6732-E6DB-B5026680BB34}"/>
              </a:ext>
            </a:extLst>
          </p:cNvPr>
          <p:cNvSpPr txBox="1"/>
          <p:nvPr/>
        </p:nvSpPr>
        <p:spPr>
          <a:xfrm>
            <a:off x="5593151" y="3334557"/>
            <a:ext cx="5966451" cy="3349956"/>
          </a:xfrm>
          <a:prstGeom prst="rect">
            <a:avLst/>
          </a:prstGeom>
          <a:noFill/>
        </p:spPr>
        <p:txBody>
          <a:bodyPr wrap="square">
            <a:spAutoFit/>
          </a:bodyPr>
          <a:lstStyle/>
          <a:p>
            <a:pPr algn="just">
              <a:lnSpc>
                <a:spcPct val="150000"/>
              </a:lnSpc>
            </a:pPr>
            <a:r>
              <a:rPr lang="en-US" sz="2400" b="1" kern="1200" dirty="0" err="1">
                <a:solidFill>
                  <a:srgbClr val="000000"/>
                </a:solidFill>
                <a:effectLst/>
                <a:latin typeface="Times New Roman" panose="02020603050405020304" pitchFamily="18" charset="0"/>
                <a:cs typeface="Times New Roman" panose="02020603050405020304" pitchFamily="18" charset="0"/>
              </a:rPr>
              <a:t>PetroGuide</a:t>
            </a:r>
            <a:r>
              <a:rPr lang="en-US" sz="2400" b="1" kern="1200" dirty="0">
                <a:solidFill>
                  <a:srgbClr val="000000"/>
                </a:solidFill>
                <a:effectLst/>
                <a:latin typeface="Times New Roman" panose="02020603050405020304" pitchFamily="18" charset="0"/>
                <a:cs typeface="Times New Roman" panose="02020603050405020304" pitchFamily="18" charset="0"/>
              </a:rPr>
              <a:t> Pro </a:t>
            </a:r>
            <a:r>
              <a:rPr lang="en-US" sz="2400" kern="1200" dirty="0">
                <a:solidFill>
                  <a:srgbClr val="000000"/>
                </a:solidFill>
                <a:effectLst/>
                <a:latin typeface="Times New Roman" panose="02020603050405020304" pitchFamily="18" charset="0"/>
                <a:cs typeface="Times New Roman" panose="02020603050405020304" pitchFamily="18" charset="0"/>
              </a:rPr>
              <a:t>was designed as the direct answer to our problems and to fulfill the aims of our company. </a:t>
            </a:r>
          </a:p>
          <a:p>
            <a:pPr algn="just">
              <a:lnSpc>
                <a:spcPct val="150000"/>
              </a:lnSpc>
            </a:pPr>
            <a:r>
              <a:rPr lang="en-US" sz="2400" dirty="0">
                <a:solidFill>
                  <a:srgbClr val="000000"/>
                </a:solidFill>
                <a:latin typeface="Times New Roman" panose="02020603050405020304" pitchFamily="18" charset="0"/>
                <a:cs typeface="Times New Roman" panose="02020603050405020304" pitchFamily="18" charset="0"/>
              </a:rPr>
              <a:t>It is a digital platform that provides real-time guidelines and data-driven solutions that engineers need.</a:t>
            </a:r>
            <a:endParaRPr lang="en-US"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90D22090-2EE0-BC88-8334-FF571C2A7F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28927" y="-159545"/>
            <a:ext cx="944353" cy="747426"/>
          </a:xfrm>
          <a:prstGeom prst="rect">
            <a:avLst/>
          </a:prstGeom>
        </p:spPr>
      </p:pic>
      <p:sp>
        <p:nvSpPr>
          <p:cNvPr id="5" name="Slide Number Placeholder 4">
            <a:extLst>
              <a:ext uri="{FF2B5EF4-FFF2-40B4-BE49-F238E27FC236}">
                <a16:creationId xmlns:a16="http://schemas.microsoft.com/office/drawing/2014/main" id="{6B9CD533-93E7-043A-2198-AA622AE3CCF2}"/>
              </a:ext>
            </a:extLst>
          </p:cNvPr>
          <p:cNvSpPr>
            <a:spLocks noGrp="1"/>
          </p:cNvSpPr>
          <p:nvPr>
            <p:ph type="sldNum" sz="quarter" idx="12"/>
          </p:nvPr>
        </p:nvSpPr>
        <p:spPr/>
        <p:txBody>
          <a:bodyPr/>
          <a:lstStyle/>
          <a:p>
            <a:fld id="{D0BF8645-C839-45DF-AEB8-FDDC90870F86}" type="slidenum">
              <a:rPr lang="en-US" smtClean="0"/>
              <a:t>7</a:t>
            </a:fld>
            <a:endParaRPr lang="en-US"/>
          </a:p>
        </p:txBody>
      </p:sp>
    </p:spTree>
    <p:extLst>
      <p:ext uri="{BB962C8B-B14F-4D97-AF65-F5344CB8AC3E}">
        <p14:creationId xmlns:p14="http://schemas.microsoft.com/office/powerpoint/2010/main" val="19923430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6686A6-BD01-922C-7EE1-A2104DF3BBFE}"/>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7CCFF9E7-AFC9-5992-5BFB-475C6D40FAF8}"/>
              </a:ext>
            </a:extLst>
          </p:cNvPr>
          <p:cNvSpPr/>
          <p:nvPr/>
        </p:nvSpPr>
        <p:spPr>
          <a:xfrm>
            <a:off x="3362036" y="160649"/>
            <a:ext cx="4932218" cy="584774"/>
          </a:xfrm>
          <a:prstGeom prst="rect">
            <a:avLst/>
          </a:prstGeom>
          <a:solidFill>
            <a:schemeClr val="accent2">
              <a:alpha val="6000"/>
            </a:schemeClr>
          </a:solidFill>
          <a:ln>
            <a:noFill/>
          </a:ln>
          <a:effectLst/>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GH"/>
          </a:p>
        </p:txBody>
      </p:sp>
      <p:sp>
        <p:nvSpPr>
          <p:cNvPr id="2" name="TextBox 1">
            <a:extLst>
              <a:ext uri="{FF2B5EF4-FFF2-40B4-BE49-F238E27FC236}">
                <a16:creationId xmlns:a16="http://schemas.microsoft.com/office/drawing/2014/main" id="{E4DB8AF4-8250-1980-C60C-568803FD93C3}"/>
              </a:ext>
            </a:extLst>
          </p:cNvPr>
          <p:cNvSpPr txBox="1"/>
          <p:nvPr/>
        </p:nvSpPr>
        <p:spPr>
          <a:xfrm>
            <a:off x="3435925" y="169887"/>
            <a:ext cx="4932218"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FEATURES OF THE APP</a:t>
            </a:r>
          </a:p>
        </p:txBody>
      </p:sp>
      <p:pic>
        <p:nvPicPr>
          <p:cNvPr id="4" name="Picture 3">
            <a:extLst>
              <a:ext uri="{FF2B5EF4-FFF2-40B4-BE49-F238E27FC236}">
                <a16:creationId xmlns:a16="http://schemas.microsoft.com/office/drawing/2014/main" id="{2EFFE1AF-8F21-A245-BFD5-A6E24F98F0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915" y="-131836"/>
            <a:ext cx="944353" cy="747426"/>
          </a:xfrm>
          <a:prstGeom prst="rect">
            <a:avLst/>
          </a:prstGeom>
        </p:spPr>
      </p:pic>
      <p:pic>
        <p:nvPicPr>
          <p:cNvPr id="6" name="Picture 5">
            <a:extLst>
              <a:ext uri="{FF2B5EF4-FFF2-40B4-BE49-F238E27FC236}">
                <a16:creationId xmlns:a16="http://schemas.microsoft.com/office/drawing/2014/main" id="{985727E3-0FA6-4F1D-B97A-76F161A469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34047" y="863207"/>
            <a:ext cx="9123906" cy="6080228"/>
          </a:xfrm>
          <a:prstGeom prst="rect">
            <a:avLst/>
          </a:prstGeom>
        </p:spPr>
      </p:pic>
      <p:sp>
        <p:nvSpPr>
          <p:cNvPr id="5" name="Slide Number Placeholder 4">
            <a:extLst>
              <a:ext uri="{FF2B5EF4-FFF2-40B4-BE49-F238E27FC236}">
                <a16:creationId xmlns:a16="http://schemas.microsoft.com/office/drawing/2014/main" id="{6E070349-E8FC-41CA-1263-BDCEA1456ECA}"/>
              </a:ext>
            </a:extLst>
          </p:cNvPr>
          <p:cNvSpPr>
            <a:spLocks noGrp="1"/>
          </p:cNvSpPr>
          <p:nvPr>
            <p:ph type="sldNum" sz="quarter" idx="12"/>
          </p:nvPr>
        </p:nvSpPr>
        <p:spPr/>
        <p:txBody>
          <a:bodyPr/>
          <a:lstStyle/>
          <a:p>
            <a:fld id="{D0BF8645-C839-45DF-AEB8-FDDC90870F86}" type="slidenum">
              <a:rPr lang="en-US" smtClean="0"/>
              <a:t>8</a:t>
            </a:fld>
            <a:endParaRPr lang="en-US"/>
          </a:p>
        </p:txBody>
      </p:sp>
    </p:spTree>
    <p:extLst>
      <p:ext uri="{BB962C8B-B14F-4D97-AF65-F5344CB8AC3E}">
        <p14:creationId xmlns:p14="http://schemas.microsoft.com/office/powerpoint/2010/main" val="37841895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8BFE62-76BF-C219-D1A3-87C75F22DBD3}"/>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585103DA-896F-3A98-FBCC-E54B0907695F}"/>
              </a:ext>
            </a:extLst>
          </p:cNvPr>
          <p:cNvSpPr/>
          <p:nvPr/>
        </p:nvSpPr>
        <p:spPr>
          <a:xfrm>
            <a:off x="3362036" y="160649"/>
            <a:ext cx="4932218" cy="584774"/>
          </a:xfrm>
          <a:prstGeom prst="rect">
            <a:avLst/>
          </a:prstGeom>
          <a:solidFill>
            <a:schemeClr val="accent2">
              <a:alpha val="6000"/>
            </a:schemeClr>
          </a:solidFill>
          <a:ln>
            <a:noFill/>
          </a:ln>
          <a:effectLst/>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GH"/>
          </a:p>
        </p:txBody>
      </p:sp>
      <p:sp>
        <p:nvSpPr>
          <p:cNvPr id="2" name="TextBox 1">
            <a:extLst>
              <a:ext uri="{FF2B5EF4-FFF2-40B4-BE49-F238E27FC236}">
                <a16:creationId xmlns:a16="http://schemas.microsoft.com/office/drawing/2014/main" id="{BE67FD23-541D-E57A-662B-747C3AA2AE66}"/>
              </a:ext>
            </a:extLst>
          </p:cNvPr>
          <p:cNvSpPr txBox="1"/>
          <p:nvPr/>
        </p:nvSpPr>
        <p:spPr>
          <a:xfrm>
            <a:off x="3435925" y="169887"/>
            <a:ext cx="4932218"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HOW THE APP WORKS</a:t>
            </a:r>
          </a:p>
        </p:txBody>
      </p:sp>
      <p:pic>
        <p:nvPicPr>
          <p:cNvPr id="4" name="Picture 3">
            <a:extLst>
              <a:ext uri="{FF2B5EF4-FFF2-40B4-BE49-F238E27FC236}">
                <a16:creationId xmlns:a16="http://schemas.microsoft.com/office/drawing/2014/main" id="{7126EDEB-34B4-52F4-E36D-12FE668E87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915" y="-131836"/>
            <a:ext cx="944353" cy="747426"/>
          </a:xfrm>
          <a:prstGeom prst="rect">
            <a:avLst/>
          </a:prstGeom>
        </p:spPr>
      </p:pic>
      <p:pic>
        <p:nvPicPr>
          <p:cNvPr id="6" name="Picture 5">
            <a:extLst>
              <a:ext uri="{FF2B5EF4-FFF2-40B4-BE49-F238E27FC236}">
                <a16:creationId xmlns:a16="http://schemas.microsoft.com/office/drawing/2014/main" id="{BAA59C02-DE7E-1192-9940-8430B763AF3E}"/>
              </a:ext>
            </a:extLst>
          </p:cNvPr>
          <p:cNvPicPr>
            <a:picLocks noChangeAspect="1"/>
          </p:cNvPicPr>
          <p:nvPr/>
        </p:nvPicPr>
        <p:blipFill>
          <a:blip r:embed="rId3">
            <a:extLst>
              <a:ext uri="{28A0092B-C50C-407E-A947-70E740481C1C}">
                <a14:useLocalDpi xmlns:a14="http://schemas.microsoft.com/office/drawing/2010/main" val="0"/>
              </a:ext>
            </a:extLst>
          </a:blip>
          <a:srcRect l="4758" t="20704" r="66897" b="50889"/>
          <a:stretch>
            <a:fillRect/>
          </a:stretch>
        </p:blipFill>
        <p:spPr>
          <a:xfrm>
            <a:off x="904438" y="2077840"/>
            <a:ext cx="4046253" cy="2702319"/>
          </a:xfrm>
          <a:prstGeom prst="rect">
            <a:avLst/>
          </a:prstGeom>
        </p:spPr>
      </p:pic>
      <p:pic>
        <p:nvPicPr>
          <p:cNvPr id="7" name="Picture 6">
            <a:extLst>
              <a:ext uri="{FF2B5EF4-FFF2-40B4-BE49-F238E27FC236}">
                <a16:creationId xmlns:a16="http://schemas.microsoft.com/office/drawing/2014/main" id="{C56A04BB-6C4F-9EE2-EE24-89385FE3FEDE}"/>
              </a:ext>
            </a:extLst>
          </p:cNvPr>
          <p:cNvPicPr>
            <a:picLocks noChangeAspect="1"/>
          </p:cNvPicPr>
          <p:nvPr/>
        </p:nvPicPr>
        <p:blipFill>
          <a:blip r:embed="rId4">
            <a:extLst>
              <a:ext uri="{28A0092B-C50C-407E-A947-70E740481C1C}">
                <a14:useLocalDpi xmlns:a14="http://schemas.microsoft.com/office/drawing/2010/main" val="0"/>
              </a:ext>
            </a:extLst>
          </a:blip>
          <a:srcRect l="8824" t="5953" r="10247" b="-645"/>
          <a:stretch>
            <a:fillRect/>
          </a:stretch>
        </p:blipFill>
        <p:spPr>
          <a:xfrm>
            <a:off x="7241311" y="890876"/>
            <a:ext cx="3048000" cy="5359898"/>
          </a:xfrm>
          <a:prstGeom prst="rect">
            <a:avLst/>
          </a:prstGeom>
          <a:ln>
            <a:noFill/>
          </a:ln>
          <a:effectLst>
            <a:softEdge rad="112500"/>
          </a:effectLst>
        </p:spPr>
      </p:pic>
      <p:sp>
        <p:nvSpPr>
          <p:cNvPr id="8" name="Arrow: Right 7">
            <a:extLst>
              <a:ext uri="{FF2B5EF4-FFF2-40B4-BE49-F238E27FC236}">
                <a16:creationId xmlns:a16="http://schemas.microsoft.com/office/drawing/2014/main" id="{939D1EBB-55C1-79AC-7990-089773A4FC2C}"/>
              </a:ext>
            </a:extLst>
          </p:cNvPr>
          <p:cNvSpPr/>
          <p:nvPr/>
        </p:nvSpPr>
        <p:spPr>
          <a:xfrm>
            <a:off x="5828145" y="3287173"/>
            <a:ext cx="572655" cy="28365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H"/>
          </a:p>
        </p:txBody>
      </p:sp>
      <p:sp>
        <p:nvSpPr>
          <p:cNvPr id="5" name="Slide Number Placeholder 4">
            <a:extLst>
              <a:ext uri="{FF2B5EF4-FFF2-40B4-BE49-F238E27FC236}">
                <a16:creationId xmlns:a16="http://schemas.microsoft.com/office/drawing/2014/main" id="{139A3D23-D75E-A43B-FE9A-F8E29676D1AB}"/>
              </a:ext>
            </a:extLst>
          </p:cNvPr>
          <p:cNvSpPr>
            <a:spLocks noGrp="1"/>
          </p:cNvSpPr>
          <p:nvPr>
            <p:ph type="sldNum" sz="quarter" idx="12"/>
          </p:nvPr>
        </p:nvSpPr>
        <p:spPr/>
        <p:txBody>
          <a:bodyPr/>
          <a:lstStyle/>
          <a:p>
            <a:fld id="{D0BF8645-C839-45DF-AEB8-FDDC90870F86}" type="slidenum">
              <a:rPr lang="en-US" smtClean="0"/>
              <a:t>9</a:t>
            </a:fld>
            <a:endParaRPr lang="en-US"/>
          </a:p>
        </p:txBody>
      </p:sp>
    </p:spTree>
    <p:extLst>
      <p:ext uri="{BB962C8B-B14F-4D97-AF65-F5344CB8AC3E}">
        <p14:creationId xmlns:p14="http://schemas.microsoft.com/office/powerpoint/2010/main" val="15920175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A7C4F3-CC46-E69F-A20D-997255F4A6CC}"/>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7E576E2A-68FC-6CA6-2A09-37D7906B79E4}"/>
              </a:ext>
            </a:extLst>
          </p:cNvPr>
          <p:cNvSpPr/>
          <p:nvPr/>
        </p:nvSpPr>
        <p:spPr>
          <a:xfrm>
            <a:off x="3362036" y="160649"/>
            <a:ext cx="4932218" cy="584774"/>
          </a:xfrm>
          <a:prstGeom prst="rect">
            <a:avLst/>
          </a:prstGeom>
          <a:solidFill>
            <a:schemeClr val="accent2">
              <a:alpha val="6000"/>
            </a:schemeClr>
          </a:solidFill>
          <a:ln>
            <a:noFill/>
          </a:ln>
          <a:effectLst/>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GH"/>
          </a:p>
        </p:txBody>
      </p:sp>
      <p:sp>
        <p:nvSpPr>
          <p:cNvPr id="2" name="TextBox 1">
            <a:extLst>
              <a:ext uri="{FF2B5EF4-FFF2-40B4-BE49-F238E27FC236}">
                <a16:creationId xmlns:a16="http://schemas.microsoft.com/office/drawing/2014/main" id="{8DE2E9D2-CC77-4930-BE1B-57CAE476F827}"/>
              </a:ext>
            </a:extLst>
          </p:cNvPr>
          <p:cNvSpPr txBox="1"/>
          <p:nvPr/>
        </p:nvSpPr>
        <p:spPr>
          <a:xfrm>
            <a:off x="3435925" y="169887"/>
            <a:ext cx="4932218"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HOW THE APP WORKS</a:t>
            </a:r>
          </a:p>
        </p:txBody>
      </p:sp>
      <p:pic>
        <p:nvPicPr>
          <p:cNvPr id="4" name="Picture 3">
            <a:extLst>
              <a:ext uri="{FF2B5EF4-FFF2-40B4-BE49-F238E27FC236}">
                <a16:creationId xmlns:a16="http://schemas.microsoft.com/office/drawing/2014/main" id="{296400B5-A46D-5A94-26FA-C349549EC1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915" y="-131836"/>
            <a:ext cx="944353" cy="747426"/>
          </a:xfrm>
          <a:prstGeom prst="rect">
            <a:avLst/>
          </a:prstGeom>
        </p:spPr>
      </p:pic>
      <p:pic>
        <p:nvPicPr>
          <p:cNvPr id="6" name="Picture 5">
            <a:extLst>
              <a:ext uri="{FF2B5EF4-FFF2-40B4-BE49-F238E27FC236}">
                <a16:creationId xmlns:a16="http://schemas.microsoft.com/office/drawing/2014/main" id="{463FAACF-F9B0-524C-EC91-1C5372B4385B}"/>
              </a:ext>
            </a:extLst>
          </p:cNvPr>
          <p:cNvPicPr>
            <a:picLocks noChangeAspect="1"/>
          </p:cNvPicPr>
          <p:nvPr/>
        </p:nvPicPr>
        <p:blipFill>
          <a:blip r:embed="rId3">
            <a:extLst>
              <a:ext uri="{28A0092B-C50C-407E-A947-70E740481C1C}">
                <a14:useLocalDpi xmlns:a14="http://schemas.microsoft.com/office/drawing/2010/main" val="0"/>
              </a:ext>
            </a:extLst>
          </a:blip>
          <a:srcRect l="34824" t="20096" r="36629" b="51345"/>
          <a:stretch>
            <a:fillRect/>
          </a:stretch>
        </p:blipFill>
        <p:spPr>
          <a:xfrm>
            <a:off x="738906" y="2058937"/>
            <a:ext cx="4110185" cy="2740125"/>
          </a:xfrm>
          <a:prstGeom prst="rect">
            <a:avLst/>
          </a:prstGeom>
        </p:spPr>
      </p:pic>
      <p:sp>
        <p:nvSpPr>
          <p:cNvPr id="5" name="Arrow: Right 4">
            <a:extLst>
              <a:ext uri="{FF2B5EF4-FFF2-40B4-BE49-F238E27FC236}">
                <a16:creationId xmlns:a16="http://schemas.microsoft.com/office/drawing/2014/main" id="{89B3FC7F-3F39-6645-FD4D-42AEF7CE07F7}"/>
              </a:ext>
            </a:extLst>
          </p:cNvPr>
          <p:cNvSpPr/>
          <p:nvPr/>
        </p:nvSpPr>
        <p:spPr>
          <a:xfrm>
            <a:off x="5828145" y="3287173"/>
            <a:ext cx="572655" cy="28365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H"/>
          </a:p>
        </p:txBody>
      </p:sp>
      <p:pic>
        <p:nvPicPr>
          <p:cNvPr id="8" name="Picture 7">
            <a:extLst>
              <a:ext uri="{FF2B5EF4-FFF2-40B4-BE49-F238E27FC236}">
                <a16:creationId xmlns:a16="http://schemas.microsoft.com/office/drawing/2014/main" id="{70C2704B-6542-6F0B-8894-3139CC4A26CF}"/>
              </a:ext>
            </a:extLst>
          </p:cNvPr>
          <p:cNvPicPr>
            <a:picLocks noChangeAspect="1"/>
          </p:cNvPicPr>
          <p:nvPr/>
        </p:nvPicPr>
        <p:blipFill>
          <a:blip r:embed="rId4">
            <a:extLst>
              <a:ext uri="{28A0092B-C50C-407E-A947-70E740481C1C}">
                <a14:useLocalDpi xmlns:a14="http://schemas.microsoft.com/office/drawing/2010/main" val="0"/>
              </a:ext>
            </a:extLst>
          </a:blip>
          <a:srcRect l="10277" t="5482" r="10078"/>
          <a:stretch>
            <a:fillRect/>
          </a:stretch>
        </p:blipFill>
        <p:spPr>
          <a:xfrm>
            <a:off x="7342911" y="967613"/>
            <a:ext cx="2997676" cy="5325723"/>
          </a:xfrm>
          <a:prstGeom prst="rect">
            <a:avLst/>
          </a:prstGeom>
          <a:ln>
            <a:noFill/>
          </a:ln>
          <a:effectLst>
            <a:softEdge rad="112500"/>
          </a:effectLst>
        </p:spPr>
      </p:pic>
      <p:sp>
        <p:nvSpPr>
          <p:cNvPr id="7" name="Slide Number Placeholder 6">
            <a:extLst>
              <a:ext uri="{FF2B5EF4-FFF2-40B4-BE49-F238E27FC236}">
                <a16:creationId xmlns:a16="http://schemas.microsoft.com/office/drawing/2014/main" id="{96EDAA21-79BE-4B5D-DF88-201DD7C1095A}"/>
              </a:ext>
            </a:extLst>
          </p:cNvPr>
          <p:cNvSpPr>
            <a:spLocks noGrp="1"/>
          </p:cNvSpPr>
          <p:nvPr>
            <p:ph type="sldNum" sz="quarter" idx="12"/>
          </p:nvPr>
        </p:nvSpPr>
        <p:spPr/>
        <p:txBody>
          <a:bodyPr/>
          <a:lstStyle/>
          <a:p>
            <a:fld id="{D0BF8645-C839-45DF-AEB8-FDDC90870F86}" type="slidenum">
              <a:rPr lang="en-US" smtClean="0"/>
              <a:t>10</a:t>
            </a:fld>
            <a:endParaRPr lang="en-US"/>
          </a:p>
        </p:txBody>
      </p:sp>
    </p:spTree>
    <p:extLst>
      <p:ext uri="{BB962C8B-B14F-4D97-AF65-F5344CB8AC3E}">
        <p14:creationId xmlns:p14="http://schemas.microsoft.com/office/powerpoint/2010/main" val="9860170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046C1A-B70A-7EBA-F243-0BB3AC982405}"/>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E5A8E142-D709-FFC4-393D-6A6F6E64CB74}"/>
              </a:ext>
            </a:extLst>
          </p:cNvPr>
          <p:cNvSpPr/>
          <p:nvPr/>
        </p:nvSpPr>
        <p:spPr>
          <a:xfrm>
            <a:off x="3362036" y="160649"/>
            <a:ext cx="4932218" cy="584774"/>
          </a:xfrm>
          <a:prstGeom prst="rect">
            <a:avLst/>
          </a:prstGeom>
          <a:solidFill>
            <a:schemeClr val="accent2">
              <a:alpha val="6000"/>
            </a:schemeClr>
          </a:solidFill>
          <a:ln>
            <a:noFill/>
          </a:ln>
          <a:effectLst/>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GH"/>
          </a:p>
        </p:txBody>
      </p:sp>
      <p:sp>
        <p:nvSpPr>
          <p:cNvPr id="2" name="TextBox 1">
            <a:extLst>
              <a:ext uri="{FF2B5EF4-FFF2-40B4-BE49-F238E27FC236}">
                <a16:creationId xmlns:a16="http://schemas.microsoft.com/office/drawing/2014/main" id="{0EAF28E5-207E-59ED-CD2F-C6099652D67C}"/>
              </a:ext>
            </a:extLst>
          </p:cNvPr>
          <p:cNvSpPr txBox="1"/>
          <p:nvPr/>
        </p:nvSpPr>
        <p:spPr>
          <a:xfrm>
            <a:off x="3500577" y="169887"/>
            <a:ext cx="4932218"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HOW THE APP WORKS</a:t>
            </a:r>
          </a:p>
        </p:txBody>
      </p:sp>
      <p:pic>
        <p:nvPicPr>
          <p:cNvPr id="4" name="Picture 3">
            <a:extLst>
              <a:ext uri="{FF2B5EF4-FFF2-40B4-BE49-F238E27FC236}">
                <a16:creationId xmlns:a16="http://schemas.microsoft.com/office/drawing/2014/main" id="{7A0BBB46-D60F-D441-7C45-5B4D97F0FF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915" y="-131836"/>
            <a:ext cx="944353" cy="747426"/>
          </a:xfrm>
          <a:prstGeom prst="rect">
            <a:avLst/>
          </a:prstGeom>
        </p:spPr>
      </p:pic>
      <p:pic>
        <p:nvPicPr>
          <p:cNvPr id="6" name="Picture 5">
            <a:extLst>
              <a:ext uri="{FF2B5EF4-FFF2-40B4-BE49-F238E27FC236}">
                <a16:creationId xmlns:a16="http://schemas.microsoft.com/office/drawing/2014/main" id="{3C3DA369-11E2-0863-85ED-3E6E41C7A41F}"/>
              </a:ext>
            </a:extLst>
          </p:cNvPr>
          <p:cNvPicPr>
            <a:picLocks noChangeAspect="1"/>
          </p:cNvPicPr>
          <p:nvPr/>
        </p:nvPicPr>
        <p:blipFill>
          <a:blip r:embed="rId3">
            <a:extLst>
              <a:ext uri="{28A0092B-C50C-407E-A947-70E740481C1C}">
                <a14:useLocalDpi xmlns:a14="http://schemas.microsoft.com/office/drawing/2010/main" val="0"/>
              </a:ext>
            </a:extLst>
          </a:blip>
          <a:srcRect l="4656" t="52149" r="67201" b="22178"/>
          <a:stretch>
            <a:fillRect/>
          </a:stretch>
        </p:blipFill>
        <p:spPr>
          <a:xfrm>
            <a:off x="295563" y="2407510"/>
            <a:ext cx="4442692" cy="2700773"/>
          </a:xfrm>
          <a:prstGeom prst="rect">
            <a:avLst/>
          </a:prstGeom>
        </p:spPr>
      </p:pic>
      <p:sp>
        <p:nvSpPr>
          <p:cNvPr id="5" name="Arrow: Right 4">
            <a:extLst>
              <a:ext uri="{FF2B5EF4-FFF2-40B4-BE49-F238E27FC236}">
                <a16:creationId xmlns:a16="http://schemas.microsoft.com/office/drawing/2014/main" id="{CB82DEAF-0D8F-FB7B-423F-55D8280CA3FD}"/>
              </a:ext>
            </a:extLst>
          </p:cNvPr>
          <p:cNvSpPr/>
          <p:nvPr/>
        </p:nvSpPr>
        <p:spPr>
          <a:xfrm>
            <a:off x="5828145" y="3287173"/>
            <a:ext cx="572655" cy="28365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H"/>
          </a:p>
        </p:txBody>
      </p:sp>
      <p:pic>
        <p:nvPicPr>
          <p:cNvPr id="8" name="Picture 7">
            <a:extLst>
              <a:ext uri="{FF2B5EF4-FFF2-40B4-BE49-F238E27FC236}">
                <a16:creationId xmlns:a16="http://schemas.microsoft.com/office/drawing/2014/main" id="{E2B1C2D5-2B75-131D-1527-263186350087}"/>
              </a:ext>
            </a:extLst>
          </p:cNvPr>
          <p:cNvPicPr>
            <a:picLocks noChangeAspect="1"/>
          </p:cNvPicPr>
          <p:nvPr/>
        </p:nvPicPr>
        <p:blipFill>
          <a:blip r:embed="rId4">
            <a:extLst>
              <a:ext uri="{28A0092B-C50C-407E-A947-70E740481C1C}">
                <a14:useLocalDpi xmlns:a14="http://schemas.microsoft.com/office/drawing/2010/main" val="0"/>
              </a:ext>
            </a:extLst>
          </a:blip>
          <a:srcRect l="9293" t="5469" r="10112" b="2477"/>
          <a:stretch>
            <a:fillRect/>
          </a:stretch>
        </p:blipFill>
        <p:spPr>
          <a:xfrm>
            <a:off x="6945744" y="908477"/>
            <a:ext cx="3285066" cy="5698837"/>
          </a:xfrm>
          <a:prstGeom prst="rect">
            <a:avLst/>
          </a:prstGeom>
          <a:ln>
            <a:noFill/>
          </a:ln>
          <a:effectLst>
            <a:softEdge rad="112500"/>
          </a:effectLst>
        </p:spPr>
      </p:pic>
      <p:sp>
        <p:nvSpPr>
          <p:cNvPr id="7" name="Slide Number Placeholder 6">
            <a:extLst>
              <a:ext uri="{FF2B5EF4-FFF2-40B4-BE49-F238E27FC236}">
                <a16:creationId xmlns:a16="http://schemas.microsoft.com/office/drawing/2014/main" id="{C310E5FC-498F-D71A-25C0-3B677D2841ED}"/>
              </a:ext>
            </a:extLst>
          </p:cNvPr>
          <p:cNvSpPr>
            <a:spLocks noGrp="1"/>
          </p:cNvSpPr>
          <p:nvPr>
            <p:ph type="sldNum" sz="quarter" idx="12"/>
          </p:nvPr>
        </p:nvSpPr>
        <p:spPr/>
        <p:txBody>
          <a:bodyPr/>
          <a:lstStyle/>
          <a:p>
            <a:fld id="{D0BF8645-C839-45DF-AEB8-FDDC90870F86}" type="slidenum">
              <a:rPr lang="en-US" smtClean="0"/>
              <a:t>11</a:t>
            </a:fld>
            <a:endParaRPr lang="en-US"/>
          </a:p>
        </p:txBody>
      </p:sp>
    </p:spTree>
    <p:extLst>
      <p:ext uri="{BB962C8B-B14F-4D97-AF65-F5344CB8AC3E}">
        <p14:creationId xmlns:p14="http://schemas.microsoft.com/office/powerpoint/2010/main" val="24108969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DB89FC-5547-C4B7-9A50-5C00C56B2D3D}"/>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D206CA72-7A2A-D2ED-0B08-7CE8728EFF18}"/>
              </a:ext>
            </a:extLst>
          </p:cNvPr>
          <p:cNvSpPr/>
          <p:nvPr/>
        </p:nvSpPr>
        <p:spPr>
          <a:xfrm>
            <a:off x="3362036" y="160649"/>
            <a:ext cx="4932218" cy="584774"/>
          </a:xfrm>
          <a:prstGeom prst="rect">
            <a:avLst/>
          </a:prstGeom>
          <a:solidFill>
            <a:schemeClr val="accent2">
              <a:alpha val="6000"/>
            </a:schemeClr>
          </a:solidFill>
          <a:ln>
            <a:noFill/>
          </a:ln>
          <a:effectLst/>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GH"/>
          </a:p>
        </p:txBody>
      </p:sp>
      <p:sp>
        <p:nvSpPr>
          <p:cNvPr id="2" name="TextBox 1">
            <a:extLst>
              <a:ext uri="{FF2B5EF4-FFF2-40B4-BE49-F238E27FC236}">
                <a16:creationId xmlns:a16="http://schemas.microsoft.com/office/drawing/2014/main" id="{549170F8-1D04-5730-F43C-9E0E6B67FE15}"/>
              </a:ext>
            </a:extLst>
          </p:cNvPr>
          <p:cNvSpPr txBox="1"/>
          <p:nvPr/>
        </p:nvSpPr>
        <p:spPr>
          <a:xfrm>
            <a:off x="3463633" y="169887"/>
            <a:ext cx="4932218"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HOW THE APP WORKS</a:t>
            </a:r>
          </a:p>
        </p:txBody>
      </p:sp>
      <p:pic>
        <p:nvPicPr>
          <p:cNvPr id="4" name="Picture 3">
            <a:extLst>
              <a:ext uri="{FF2B5EF4-FFF2-40B4-BE49-F238E27FC236}">
                <a16:creationId xmlns:a16="http://schemas.microsoft.com/office/drawing/2014/main" id="{74C71A76-D6D8-7281-0661-068CA2AF84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915" y="-131836"/>
            <a:ext cx="944353" cy="747426"/>
          </a:xfrm>
          <a:prstGeom prst="rect">
            <a:avLst/>
          </a:prstGeom>
        </p:spPr>
      </p:pic>
      <p:pic>
        <p:nvPicPr>
          <p:cNvPr id="6" name="Picture 5">
            <a:extLst>
              <a:ext uri="{FF2B5EF4-FFF2-40B4-BE49-F238E27FC236}">
                <a16:creationId xmlns:a16="http://schemas.microsoft.com/office/drawing/2014/main" id="{AC8D35B0-170E-5758-0D18-7C94B90765D4}"/>
              </a:ext>
            </a:extLst>
          </p:cNvPr>
          <p:cNvPicPr>
            <a:picLocks noChangeAspect="1"/>
          </p:cNvPicPr>
          <p:nvPr/>
        </p:nvPicPr>
        <p:blipFill>
          <a:blip r:embed="rId3">
            <a:extLst>
              <a:ext uri="{28A0092B-C50C-407E-A947-70E740481C1C}">
                <a14:useLocalDpi xmlns:a14="http://schemas.microsoft.com/office/drawing/2010/main" val="0"/>
              </a:ext>
            </a:extLst>
          </a:blip>
          <a:srcRect l="35229" t="52149" r="37135" b="22178"/>
          <a:stretch>
            <a:fillRect/>
          </a:stretch>
        </p:blipFill>
        <p:spPr>
          <a:xfrm>
            <a:off x="424872" y="2060863"/>
            <a:ext cx="4420134" cy="2736273"/>
          </a:xfrm>
          <a:prstGeom prst="rect">
            <a:avLst/>
          </a:prstGeom>
        </p:spPr>
      </p:pic>
      <p:sp>
        <p:nvSpPr>
          <p:cNvPr id="5" name="Arrow: Right 4">
            <a:extLst>
              <a:ext uri="{FF2B5EF4-FFF2-40B4-BE49-F238E27FC236}">
                <a16:creationId xmlns:a16="http://schemas.microsoft.com/office/drawing/2014/main" id="{B3E783D4-8335-0EF8-4B27-78984F2F817C}"/>
              </a:ext>
            </a:extLst>
          </p:cNvPr>
          <p:cNvSpPr/>
          <p:nvPr/>
        </p:nvSpPr>
        <p:spPr>
          <a:xfrm>
            <a:off x="5615706" y="3287173"/>
            <a:ext cx="572655" cy="28365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H"/>
          </a:p>
        </p:txBody>
      </p:sp>
      <p:pic>
        <p:nvPicPr>
          <p:cNvPr id="8" name="Picture 7">
            <a:extLst>
              <a:ext uri="{FF2B5EF4-FFF2-40B4-BE49-F238E27FC236}">
                <a16:creationId xmlns:a16="http://schemas.microsoft.com/office/drawing/2014/main" id="{A8BFD20F-F9C7-4A89-F463-C97D9D29880C}"/>
              </a:ext>
            </a:extLst>
          </p:cNvPr>
          <p:cNvPicPr>
            <a:picLocks noChangeAspect="1"/>
          </p:cNvPicPr>
          <p:nvPr/>
        </p:nvPicPr>
        <p:blipFill>
          <a:blip r:embed="rId4">
            <a:extLst>
              <a:ext uri="{28A0092B-C50C-407E-A947-70E740481C1C}">
                <a14:useLocalDpi xmlns:a14="http://schemas.microsoft.com/office/drawing/2010/main" val="0"/>
              </a:ext>
            </a:extLst>
          </a:blip>
          <a:srcRect l="10510" t="5879" r="10003" b="2068"/>
          <a:stretch>
            <a:fillRect/>
          </a:stretch>
        </p:blipFill>
        <p:spPr>
          <a:xfrm>
            <a:off x="6959061" y="914628"/>
            <a:ext cx="3250444" cy="5620784"/>
          </a:xfrm>
          <a:prstGeom prst="rect">
            <a:avLst/>
          </a:prstGeom>
          <a:ln>
            <a:noFill/>
          </a:ln>
          <a:effectLst>
            <a:softEdge rad="112500"/>
          </a:effectLst>
        </p:spPr>
      </p:pic>
      <p:sp>
        <p:nvSpPr>
          <p:cNvPr id="7" name="Slide Number Placeholder 6">
            <a:extLst>
              <a:ext uri="{FF2B5EF4-FFF2-40B4-BE49-F238E27FC236}">
                <a16:creationId xmlns:a16="http://schemas.microsoft.com/office/drawing/2014/main" id="{7EC009C3-C22D-54D7-06EF-23026F76687D}"/>
              </a:ext>
            </a:extLst>
          </p:cNvPr>
          <p:cNvSpPr>
            <a:spLocks noGrp="1"/>
          </p:cNvSpPr>
          <p:nvPr>
            <p:ph type="sldNum" sz="quarter" idx="12"/>
          </p:nvPr>
        </p:nvSpPr>
        <p:spPr/>
        <p:txBody>
          <a:bodyPr/>
          <a:lstStyle/>
          <a:p>
            <a:fld id="{D0BF8645-C839-45DF-AEB8-FDDC90870F86}" type="slidenum">
              <a:rPr lang="en-US" smtClean="0"/>
              <a:t>12</a:t>
            </a:fld>
            <a:endParaRPr lang="en-US"/>
          </a:p>
        </p:txBody>
      </p:sp>
    </p:spTree>
    <p:extLst>
      <p:ext uri="{BB962C8B-B14F-4D97-AF65-F5344CB8AC3E}">
        <p14:creationId xmlns:p14="http://schemas.microsoft.com/office/powerpoint/2010/main" val="286166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E207A4-DB17-B39A-094D-2FFEF2D16CFE}"/>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A0D34210-A5C0-37CE-6E9C-D17535EA77DB}"/>
              </a:ext>
            </a:extLst>
          </p:cNvPr>
          <p:cNvSpPr/>
          <p:nvPr/>
        </p:nvSpPr>
        <p:spPr>
          <a:xfrm>
            <a:off x="3362036" y="160649"/>
            <a:ext cx="4932218" cy="584774"/>
          </a:xfrm>
          <a:prstGeom prst="rect">
            <a:avLst/>
          </a:prstGeom>
          <a:solidFill>
            <a:schemeClr val="accent2">
              <a:alpha val="6000"/>
            </a:schemeClr>
          </a:solidFill>
          <a:ln>
            <a:noFill/>
          </a:ln>
          <a:effectLst/>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GH"/>
          </a:p>
        </p:txBody>
      </p:sp>
      <p:sp>
        <p:nvSpPr>
          <p:cNvPr id="2" name="TextBox 1">
            <a:extLst>
              <a:ext uri="{FF2B5EF4-FFF2-40B4-BE49-F238E27FC236}">
                <a16:creationId xmlns:a16="http://schemas.microsoft.com/office/drawing/2014/main" id="{F67BA94F-2CEE-9A25-EFAB-E64441B03B28}"/>
              </a:ext>
            </a:extLst>
          </p:cNvPr>
          <p:cNvSpPr txBox="1"/>
          <p:nvPr/>
        </p:nvSpPr>
        <p:spPr>
          <a:xfrm>
            <a:off x="3703778" y="169887"/>
            <a:ext cx="4932218"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SDG’S ALLIGNMENT</a:t>
            </a:r>
          </a:p>
        </p:txBody>
      </p:sp>
      <p:pic>
        <p:nvPicPr>
          <p:cNvPr id="4" name="Picture 3">
            <a:extLst>
              <a:ext uri="{FF2B5EF4-FFF2-40B4-BE49-F238E27FC236}">
                <a16:creationId xmlns:a16="http://schemas.microsoft.com/office/drawing/2014/main" id="{A479DA0A-9247-0C7D-A97A-857F940FB1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915" y="-131836"/>
            <a:ext cx="944353" cy="747426"/>
          </a:xfrm>
          <a:prstGeom prst="rect">
            <a:avLst/>
          </a:prstGeom>
        </p:spPr>
      </p:pic>
      <p:sp>
        <p:nvSpPr>
          <p:cNvPr id="7" name="TextBox 6">
            <a:extLst>
              <a:ext uri="{FF2B5EF4-FFF2-40B4-BE49-F238E27FC236}">
                <a16:creationId xmlns:a16="http://schemas.microsoft.com/office/drawing/2014/main" id="{D03659A4-37B0-1389-D092-8FB5AAC48D22}"/>
              </a:ext>
            </a:extLst>
          </p:cNvPr>
          <p:cNvSpPr txBox="1"/>
          <p:nvPr/>
        </p:nvSpPr>
        <p:spPr>
          <a:xfrm>
            <a:off x="2573094" y="2684386"/>
            <a:ext cx="6515488" cy="579967"/>
          </a:xfrm>
          <a:prstGeom prst="rect">
            <a:avLst/>
          </a:prstGeom>
          <a:noFill/>
        </p:spPr>
        <p:txBody>
          <a:bodyPr wrap="square">
            <a:spAutoFit/>
          </a:bodyPr>
          <a:lstStyle/>
          <a:p>
            <a:pPr algn="just">
              <a:lnSpc>
                <a:spcPct val="150000"/>
              </a:lnSpc>
            </a:pPr>
            <a:r>
              <a:rPr lang="en-US" sz="2400" dirty="0">
                <a:solidFill>
                  <a:srgbClr val="000000"/>
                </a:solidFill>
                <a:latin typeface="Times New Roman" panose="02020603050405020304" pitchFamily="18" charset="0"/>
                <a:cs typeface="Times New Roman" panose="02020603050405020304" pitchFamily="18" charset="0"/>
              </a:rPr>
              <a:t>IMPROVING ENERGY EFFICIENCY(</a:t>
            </a:r>
            <a:r>
              <a:rPr lang="en-US" sz="2400" b="1" dirty="0">
                <a:solidFill>
                  <a:srgbClr val="000000"/>
                </a:solidFill>
                <a:latin typeface="Times New Roman" panose="02020603050405020304" pitchFamily="18" charset="0"/>
                <a:cs typeface="Times New Roman" panose="02020603050405020304" pitchFamily="18" charset="0"/>
              </a:rPr>
              <a:t>SDG 7</a:t>
            </a:r>
            <a:r>
              <a:rPr lang="en-US" sz="2400" dirty="0">
                <a:solidFill>
                  <a:srgbClr val="000000"/>
                </a:solidFill>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0FE7AA0D-7BDA-6FA5-7B56-3A94AFB2F877}"/>
              </a:ext>
            </a:extLst>
          </p:cNvPr>
          <p:cNvSpPr txBox="1"/>
          <p:nvPr/>
        </p:nvSpPr>
        <p:spPr>
          <a:xfrm>
            <a:off x="2573094" y="3639791"/>
            <a:ext cx="8843051" cy="1133965"/>
          </a:xfrm>
          <a:prstGeom prst="rect">
            <a:avLst/>
          </a:prstGeom>
          <a:noFill/>
        </p:spPr>
        <p:txBody>
          <a:bodyPr wrap="square">
            <a:spAutoFit/>
          </a:bodyPr>
          <a:lstStyle/>
          <a:p>
            <a:pPr algn="just">
              <a:lnSpc>
                <a:spcPct val="150000"/>
              </a:lnSpc>
            </a:pPr>
            <a:r>
              <a:rPr lang="en-US" sz="2400" dirty="0">
                <a:solidFill>
                  <a:srgbClr val="000000"/>
                </a:solidFill>
                <a:latin typeface="Times New Roman" panose="02020603050405020304" pitchFamily="18" charset="0"/>
                <a:cs typeface="Times New Roman" panose="02020603050405020304" pitchFamily="18" charset="0"/>
              </a:rPr>
              <a:t>EMPOWERING WORKERS WITH SMART TOOLS TO SUPPORT ECONOMIC GROWTH(</a:t>
            </a:r>
            <a:r>
              <a:rPr lang="en-US" sz="2400" b="1" dirty="0">
                <a:solidFill>
                  <a:srgbClr val="000000"/>
                </a:solidFill>
                <a:latin typeface="Times New Roman" panose="02020603050405020304" pitchFamily="18" charset="0"/>
                <a:cs typeface="Times New Roman" panose="02020603050405020304" pitchFamily="18" charset="0"/>
              </a:rPr>
              <a:t>SDG 8</a:t>
            </a:r>
            <a:r>
              <a:rPr lang="en-US" sz="2400" dirty="0">
                <a:solidFill>
                  <a:srgbClr val="000000"/>
                </a:solidFill>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8CDA9567-A357-9D31-9120-8C3DD89853B5}"/>
              </a:ext>
            </a:extLst>
          </p:cNvPr>
          <p:cNvSpPr txBox="1"/>
          <p:nvPr/>
        </p:nvSpPr>
        <p:spPr>
          <a:xfrm>
            <a:off x="2573094" y="5091195"/>
            <a:ext cx="8307342" cy="1133965"/>
          </a:xfrm>
          <a:prstGeom prst="rect">
            <a:avLst/>
          </a:prstGeom>
          <a:noFill/>
        </p:spPr>
        <p:txBody>
          <a:bodyPr wrap="square">
            <a:spAutoFit/>
          </a:bodyPr>
          <a:lstStyle/>
          <a:p>
            <a:pPr algn="just">
              <a:lnSpc>
                <a:spcPct val="150000"/>
              </a:lnSpc>
            </a:pPr>
            <a:r>
              <a:rPr lang="en-US" sz="2400" dirty="0">
                <a:solidFill>
                  <a:srgbClr val="000000"/>
                </a:solidFill>
                <a:latin typeface="Times New Roman" panose="02020603050405020304" pitchFamily="18" charset="0"/>
                <a:cs typeface="Times New Roman" panose="02020603050405020304" pitchFamily="18" charset="0"/>
              </a:rPr>
              <a:t>DRIVING DIGITAL TRANSFORMATION WITHIN IDUSTRY INFRASTRUCTURE(</a:t>
            </a:r>
            <a:r>
              <a:rPr lang="en-US" sz="2400" b="1" dirty="0">
                <a:solidFill>
                  <a:srgbClr val="000000"/>
                </a:solidFill>
                <a:latin typeface="Times New Roman" panose="02020603050405020304" pitchFamily="18" charset="0"/>
                <a:cs typeface="Times New Roman" panose="02020603050405020304" pitchFamily="18" charset="0"/>
              </a:rPr>
              <a:t>SDG 9</a:t>
            </a:r>
            <a:r>
              <a:rPr lang="en-US" sz="2400" dirty="0">
                <a:solidFill>
                  <a:srgbClr val="000000"/>
                </a:solidFill>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3201B6FD-56BD-83C6-D4E3-DD2F2899E951}"/>
              </a:ext>
            </a:extLst>
          </p:cNvPr>
          <p:cNvSpPr txBox="1"/>
          <p:nvPr/>
        </p:nvSpPr>
        <p:spPr>
          <a:xfrm>
            <a:off x="2573094" y="1232983"/>
            <a:ext cx="8621378" cy="1133965"/>
          </a:xfrm>
          <a:prstGeom prst="rect">
            <a:avLst/>
          </a:prstGeom>
          <a:noFill/>
        </p:spPr>
        <p:txBody>
          <a:bodyPr wrap="square">
            <a:spAutoFit/>
          </a:bodyPr>
          <a:lstStyle/>
          <a:p>
            <a:pPr algn="just">
              <a:lnSpc>
                <a:spcPct val="150000"/>
              </a:lnSpc>
            </a:pPr>
            <a:r>
              <a:rPr lang="en-US" sz="2400" dirty="0">
                <a:solidFill>
                  <a:srgbClr val="000000"/>
                </a:solidFill>
                <a:latin typeface="Times New Roman" panose="02020603050405020304" pitchFamily="18" charset="0"/>
                <a:cs typeface="Times New Roman" panose="02020603050405020304" pitchFamily="18" charset="0"/>
              </a:rPr>
              <a:t>REDUCING WASTE AND EMISSIONS TO SUPPORT CLIMATE ACTION(</a:t>
            </a:r>
            <a:r>
              <a:rPr lang="en-US" sz="2400" b="1" dirty="0">
                <a:solidFill>
                  <a:srgbClr val="000000"/>
                </a:solidFill>
                <a:latin typeface="Times New Roman" panose="02020603050405020304" pitchFamily="18" charset="0"/>
                <a:cs typeface="Times New Roman" panose="02020603050405020304" pitchFamily="18" charset="0"/>
              </a:rPr>
              <a:t>SDG 13</a:t>
            </a:r>
            <a:r>
              <a:rPr lang="en-US" sz="2400" dirty="0">
                <a:solidFill>
                  <a:srgbClr val="000000"/>
                </a:solidFill>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3D2685D3-399E-D1FE-8A02-EF940B48FA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9110" y="1450601"/>
            <a:ext cx="788533" cy="788533"/>
          </a:xfrm>
          <a:prstGeom prst="rect">
            <a:avLst/>
          </a:prstGeom>
        </p:spPr>
      </p:pic>
      <p:pic>
        <p:nvPicPr>
          <p:cNvPr id="15" name="Picture 14">
            <a:extLst>
              <a:ext uri="{FF2B5EF4-FFF2-40B4-BE49-F238E27FC236}">
                <a16:creationId xmlns:a16="http://schemas.microsoft.com/office/drawing/2014/main" id="{EF7F6DA2-ECA7-7A5C-5C4F-8F188E58CC8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79110" y="3847383"/>
            <a:ext cx="788533" cy="788533"/>
          </a:xfrm>
          <a:prstGeom prst="rect">
            <a:avLst/>
          </a:prstGeom>
        </p:spPr>
      </p:pic>
      <p:pic>
        <p:nvPicPr>
          <p:cNvPr id="17" name="Picture 16">
            <a:extLst>
              <a:ext uri="{FF2B5EF4-FFF2-40B4-BE49-F238E27FC236}">
                <a16:creationId xmlns:a16="http://schemas.microsoft.com/office/drawing/2014/main" id="{3A88FCE1-422E-D874-21B4-A0D88E7D5F4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79110" y="2583694"/>
            <a:ext cx="788533" cy="788533"/>
          </a:xfrm>
          <a:prstGeom prst="rect">
            <a:avLst/>
          </a:prstGeom>
        </p:spPr>
      </p:pic>
      <p:pic>
        <p:nvPicPr>
          <p:cNvPr id="19" name="Picture 18">
            <a:extLst>
              <a:ext uri="{FF2B5EF4-FFF2-40B4-BE49-F238E27FC236}">
                <a16:creationId xmlns:a16="http://schemas.microsoft.com/office/drawing/2014/main" id="{315D3E47-91A8-B1BD-D2D6-65FEADF81E4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79110" y="5313336"/>
            <a:ext cx="788533" cy="788533"/>
          </a:xfrm>
          <a:prstGeom prst="rect">
            <a:avLst/>
          </a:prstGeom>
        </p:spPr>
      </p:pic>
      <p:sp>
        <p:nvSpPr>
          <p:cNvPr id="5" name="Slide Number Placeholder 4">
            <a:extLst>
              <a:ext uri="{FF2B5EF4-FFF2-40B4-BE49-F238E27FC236}">
                <a16:creationId xmlns:a16="http://schemas.microsoft.com/office/drawing/2014/main" id="{FB1059C3-A6F5-92FB-18A4-762C053AF4F9}"/>
              </a:ext>
            </a:extLst>
          </p:cNvPr>
          <p:cNvSpPr>
            <a:spLocks noGrp="1"/>
          </p:cNvSpPr>
          <p:nvPr>
            <p:ph type="sldNum" sz="quarter" idx="12"/>
          </p:nvPr>
        </p:nvSpPr>
        <p:spPr/>
        <p:txBody>
          <a:bodyPr/>
          <a:lstStyle/>
          <a:p>
            <a:fld id="{D0BF8645-C839-45DF-AEB8-FDDC90870F86}" type="slidenum">
              <a:rPr lang="en-US" smtClean="0"/>
              <a:t>13</a:t>
            </a:fld>
            <a:endParaRPr lang="en-US"/>
          </a:p>
        </p:txBody>
      </p:sp>
    </p:spTree>
    <p:extLst>
      <p:ext uri="{BB962C8B-B14F-4D97-AF65-F5344CB8AC3E}">
        <p14:creationId xmlns:p14="http://schemas.microsoft.com/office/powerpoint/2010/main" val="35691806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606CF2-F24D-5586-B9D2-2BF8399FC93E}"/>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76037D92-9BA0-08EA-3B16-971F444E1C67}"/>
              </a:ext>
            </a:extLst>
          </p:cNvPr>
          <p:cNvSpPr/>
          <p:nvPr/>
        </p:nvSpPr>
        <p:spPr>
          <a:xfrm>
            <a:off x="749465" y="1084424"/>
            <a:ext cx="4932218" cy="584774"/>
          </a:xfrm>
          <a:prstGeom prst="rect">
            <a:avLst/>
          </a:prstGeom>
          <a:solidFill>
            <a:schemeClr val="accent2">
              <a:alpha val="6000"/>
            </a:schemeClr>
          </a:solidFill>
          <a:ln>
            <a:noFill/>
          </a:ln>
          <a:effectLst/>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GH"/>
          </a:p>
        </p:txBody>
      </p:sp>
      <p:sp>
        <p:nvSpPr>
          <p:cNvPr id="2" name="TextBox 1">
            <a:extLst>
              <a:ext uri="{FF2B5EF4-FFF2-40B4-BE49-F238E27FC236}">
                <a16:creationId xmlns:a16="http://schemas.microsoft.com/office/drawing/2014/main" id="{F552593B-B13A-21B4-0FEE-1045F2A35904}"/>
              </a:ext>
            </a:extLst>
          </p:cNvPr>
          <p:cNvSpPr txBox="1"/>
          <p:nvPr/>
        </p:nvSpPr>
        <p:spPr>
          <a:xfrm>
            <a:off x="1703528" y="1120876"/>
            <a:ext cx="3170551"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CONCLUSION</a:t>
            </a:r>
          </a:p>
        </p:txBody>
      </p:sp>
      <p:pic>
        <p:nvPicPr>
          <p:cNvPr id="4" name="Picture 3">
            <a:extLst>
              <a:ext uri="{FF2B5EF4-FFF2-40B4-BE49-F238E27FC236}">
                <a16:creationId xmlns:a16="http://schemas.microsoft.com/office/drawing/2014/main" id="{53F22B84-F441-E39A-FBD1-D56493CA1A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915" y="-131836"/>
            <a:ext cx="944353" cy="747426"/>
          </a:xfrm>
          <a:prstGeom prst="rect">
            <a:avLst/>
          </a:prstGeom>
        </p:spPr>
      </p:pic>
      <p:sp>
        <p:nvSpPr>
          <p:cNvPr id="11" name="TextBox 10">
            <a:extLst>
              <a:ext uri="{FF2B5EF4-FFF2-40B4-BE49-F238E27FC236}">
                <a16:creationId xmlns:a16="http://schemas.microsoft.com/office/drawing/2014/main" id="{377C655F-2070-73C1-7D8F-D416DB23D5B7}"/>
              </a:ext>
            </a:extLst>
          </p:cNvPr>
          <p:cNvSpPr txBox="1"/>
          <p:nvPr/>
        </p:nvSpPr>
        <p:spPr>
          <a:xfrm>
            <a:off x="288182" y="1869622"/>
            <a:ext cx="6180365" cy="3903954"/>
          </a:xfrm>
          <a:prstGeom prst="rect">
            <a:avLst/>
          </a:prstGeom>
          <a:noFill/>
        </p:spPr>
        <p:txBody>
          <a:bodyPr wrap="square">
            <a:spAutoFit/>
          </a:bodyPr>
          <a:lstStyle/>
          <a:p>
            <a:pPr algn="just">
              <a:lnSpc>
                <a:spcPct val="150000"/>
              </a:lnSpc>
            </a:pPr>
            <a:r>
              <a:rPr lang="en-US" sz="2400" dirty="0" err="1">
                <a:solidFill>
                  <a:srgbClr val="000000"/>
                </a:solidFill>
                <a:latin typeface="Times New Roman" panose="02020603050405020304" pitchFamily="18" charset="0"/>
                <a:cs typeface="Times New Roman" panose="02020603050405020304" pitchFamily="18" charset="0"/>
              </a:rPr>
              <a:t>PetroGuide</a:t>
            </a:r>
            <a:r>
              <a:rPr lang="en-US" sz="2400" dirty="0">
                <a:solidFill>
                  <a:srgbClr val="000000"/>
                </a:solidFill>
                <a:latin typeface="Times New Roman" panose="02020603050405020304" pitchFamily="18" charset="0"/>
                <a:cs typeface="Times New Roman" panose="02020603050405020304" pitchFamily="18" charset="0"/>
              </a:rPr>
              <a:t> Pro is a smart platform that improves petroleum learning, safety, and operational efficiency. It empowers students and professionals with the tools they need to work safely and effectively while supporting innovation and sustainability in line with Agenda 2030.</a:t>
            </a:r>
            <a:endParaRPr lang="en-US" sz="24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4FD527DE-BF2B-113A-37D8-CCDA7D95C3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99464" y="748296"/>
            <a:ext cx="5592536" cy="5592536"/>
          </a:xfrm>
          <a:prstGeom prst="rect">
            <a:avLst/>
          </a:prstGeom>
        </p:spPr>
      </p:pic>
      <p:sp>
        <p:nvSpPr>
          <p:cNvPr id="7" name="Slide Number Placeholder 6">
            <a:extLst>
              <a:ext uri="{FF2B5EF4-FFF2-40B4-BE49-F238E27FC236}">
                <a16:creationId xmlns:a16="http://schemas.microsoft.com/office/drawing/2014/main" id="{F25029DA-8742-3BAF-F39C-6CBAF942CCB5}"/>
              </a:ext>
            </a:extLst>
          </p:cNvPr>
          <p:cNvSpPr>
            <a:spLocks noGrp="1"/>
          </p:cNvSpPr>
          <p:nvPr>
            <p:ph type="sldNum" sz="quarter" idx="12"/>
          </p:nvPr>
        </p:nvSpPr>
        <p:spPr/>
        <p:txBody>
          <a:bodyPr/>
          <a:lstStyle/>
          <a:p>
            <a:fld id="{D0BF8645-C839-45DF-AEB8-FDDC90870F86}" type="slidenum">
              <a:rPr lang="en-US" smtClean="0"/>
              <a:t>14</a:t>
            </a:fld>
            <a:endParaRPr lang="en-US"/>
          </a:p>
        </p:txBody>
      </p:sp>
    </p:spTree>
    <p:extLst>
      <p:ext uri="{BB962C8B-B14F-4D97-AF65-F5344CB8AC3E}">
        <p14:creationId xmlns:p14="http://schemas.microsoft.com/office/powerpoint/2010/main" val="18772584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DF25F4-0E7E-4240-777D-E20824D2514F}"/>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0C451333-25ED-E280-6C5C-DF8875ACF076}"/>
              </a:ext>
            </a:extLst>
          </p:cNvPr>
          <p:cNvSpPr/>
          <p:nvPr/>
        </p:nvSpPr>
        <p:spPr>
          <a:xfrm>
            <a:off x="-39915" y="-57150"/>
            <a:ext cx="6595838" cy="7200900"/>
          </a:xfrm>
          <a:prstGeom prst="rect">
            <a:avLst/>
          </a:prstGeom>
          <a:solidFill>
            <a:schemeClr val="accent2">
              <a:alpha val="6000"/>
            </a:schemeClr>
          </a:solidFill>
          <a:ln>
            <a:noFill/>
          </a:ln>
          <a:effectLst/>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GH"/>
          </a:p>
        </p:txBody>
      </p:sp>
      <p:pic>
        <p:nvPicPr>
          <p:cNvPr id="4" name="Picture 3">
            <a:extLst>
              <a:ext uri="{FF2B5EF4-FFF2-40B4-BE49-F238E27FC236}">
                <a16:creationId xmlns:a16="http://schemas.microsoft.com/office/drawing/2014/main" id="{9C3B3C4B-7526-FC89-85D3-3451EAAC45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915" y="-131836"/>
            <a:ext cx="944353" cy="747426"/>
          </a:xfrm>
          <a:prstGeom prst="rect">
            <a:avLst/>
          </a:prstGeom>
        </p:spPr>
      </p:pic>
      <p:graphicFrame>
        <p:nvGraphicFramePr>
          <p:cNvPr id="5" name="Table 4">
            <a:extLst>
              <a:ext uri="{FF2B5EF4-FFF2-40B4-BE49-F238E27FC236}">
                <a16:creationId xmlns:a16="http://schemas.microsoft.com/office/drawing/2014/main" id="{7279E05F-FB79-7505-DEDB-8DB74E2593FD}"/>
              </a:ext>
            </a:extLst>
          </p:cNvPr>
          <p:cNvGraphicFramePr>
            <a:graphicFrameLocks noGrp="1"/>
          </p:cNvGraphicFramePr>
          <p:nvPr>
            <p:extLst>
              <p:ext uri="{D42A27DB-BD31-4B8C-83A1-F6EECF244321}">
                <p14:modId xmlns:p14="http://schemas.microsoft.com/office/powerpoint/2010/main" val="3167480129"/>
              </p:ext>
            </p:extLst>
          </p:nvPr>
        </p:nvGraphicFramePr>
        <p:xfrm>
          <a:off x="98425" y="615590"/>
          <a:ext cx="6319158" cy="5860633"/>
        </p:xfrm>
        <a:graphic>
          <a:graphicData uri="http://schemas.openxmlformats.org/drawingml/2006/table">
            <a:tbl>
              <a:tblPr firstRow="1" bandRow="1">
                <a:tableStyleId>{5C22544A-7EE6-4342-B048-85BDC9FD1C3A}</a:tableStyleId>
              </a:tblPr>
              <a:tblGrid>
                <a:gridCol w="3159579">
                  <a:extLst>
                    <a:ext uri="{9D8B030D-6E8A-4147-A177-3AD203B41FA5}">
                      <a16:colId xmlns:a16="http://schemas.microsoft.com/office/drawing/2014/main" val="1326897006"/>
                    </a:ext>
                  </a:extLst>
                </a:gridCol>
                <a:gridCol w="3159579">
                  <a:extLst>
                    <a:ext uri="{9D8B030D-6E8A-4147-A177-3AD203B41FA5}">
                      <a16:colId xmlns:a16="http://schemas.microsoft.com/office/drawing/2014/main" val="249071981"/>
                    </a:ext>
                  </a:extLst>
                </a:gridCol>
              </a:tblGrid>
              <a:tr h="502917">
                <a:tc>
                  <a:txBody>
                    <a:bodyPr/>
                    <a:lstStyle/>
                    <a:p>
                      <a:pPr algn="ctr"/>
                      <a:r>
                        <a:rPr lang="en-US" dirty="0"/>
                        <a:t>NAME</a:t>
                      </a:r>
                      <a:endParaRPr lang="en-GH" dirty="0"/>
                    </a:p>
                  </a:txBody>
                  <a:tcPr/>
                </a:tc>
                <a:tc>
                  <a:txBody>
                    <a:bodyPr/>
                    <a:lstStyle/>
                    <a:p>
                      <a:pPr algn="ctr"/>
                      <a:r>
                        <a:rPr lang="en-US" dirty="0"/>
                        <a:t>INDEX NUMBER</a:t>
                      </a:r>
                      <a:endParaRPr lang="en-GH" dirty="0"/>
                    </a:p>
                  </a:txBody>
                  <a:tcPr/>
                </a:tc>
                <a:extLst>
                  <a:ext uri="{0D108BD9-81ED-4DB2-BD59-A6C34878D82A}">
                    <a16:rowId xmlns:a16="http://schemas.microsoft.com/office/drawing/2014/main" val="2638100469"/>
                  </a:ext>
                </a:extLst>
              </a:tr>
              <a:tr h="480566">
                <a:tc>
                  <a:txBody>
                    <a:bodyPr/>
                    <a:lstStyle/>
                    <a:p>
                      <a:r>
                        <a:rPr lang="en-US" dirty="0"/>
                        <a:t>NUKAMEWOR SARAPHINA</a:t>
                      </a:r>
                      <a:endParaRPr lang="en-GH" dirty="0"/>
                    </a:p>
                  </a:txBody>
                  <a:tcPr/>
                </a:tc>
                <a:tc>
                  <a:txBody>
                    <a:bodyPr/>
                    <a:lstStyle/>
                    <a:p>
                      <a:r>
                        <a:rPr lang="en-US" dirty="0"/>
                        <a:t>UEB0510425</a:t>
                      </a:r>
                      <a:endParaRPr lang="en-GH" dirty="0"/>
                    </a:p>
                  </a:txBody>
                  <a:tcPr/>
                </a:tc>
                <a:extLst>
                  <a:ext uri="{0D108BD9-81ED-4DB2-BD59-A6C34878D82A}">
                    <a16:rowId xmlns:a16="http://schemas.microsoft.com/office/drawing/2014/main" val="867522983"/>
                  </a:ext>
                </a:extLst>
              </a:tr>
              <a:tr h="487715">
                <a:tc>
                  <a:txBody>
                    <a:bodyPr/>
                    <a:lstStyle/>
                    <a:p>
                      <a:r>
                        <a:rPr lang="en-US" dirty="0"/>
                        <a:t>OBUOBISAH ELIEZER NIINEY</a:t>
                      </a:r>
                      <a:endParaRPr lang="en-GH" dirty="0"/>
                    </a:p>
                  </a:txBody>
                  <a:tcPr/>
                </a:tc>
                <a:tc>
                  <a:txBody>
                    <a:bodyPr/>
                    <a:lstStyle/>
                    <a:p>
                      <a:r>
                        <a:rPr lang="en-US" dirty="0"/>
                        <a:t>UEB0501925</a:t>
                      </a:r>
                      <a:endParaRPr lang="en-GH" dirty="0"/>
                    </a:p>
                  </a:txBody>
                  <a:tcPr/>
                </a:tc>
                <a:extLst>
                  <a:ext uri="{0D108BD9-81ED-4DB2-BD59-A6C34878D82A}">
                    <a16:rowId xmlns:a16="http://schemas.microsoft.com/office/drawing/2014/main" val="1204272799"/>
                  </a:ext>
                </a:extLst>
              </a:tr>
              <a:tr h="487715">
                <a:tc>
                  <a:txBody>
                    <a:bodyPr/>
                    <a:lstStyle/>
                    <a:p>
                      <a:r>
                        <a:rPr lang="en-US" dirty="0"/>
                        <a:t>NTORI LILY TWENEBOAH</a:t>
                      </a:r>
                      <a:endParaRPr lang="en-GH" dirty="0"/>
                    </a:p>
                  </a:txBody>
                  <a:tcPr/>
                </a:tc>
                <a:tc>
                  <a:txBody>
                    <a:bodyPr/>
                    <a:lstStyle/>
                    <a:p>
                      <a:r>
                        <a:rPr lang="en-US" dirty="0"/>
                        <a:t>UEB0508625</a:t>
                      </a:r>
                      <a:endParaRPr lang="en-GH" dirty="0"/>
                    </a:p>
                  </a:txBody>
                  <a:tcPr/>
                </a:tc>
                <a:extLst>
                  <a:ext uri="{0D108BD9-81ED-4DB2-BD59-A6C34878D82A}">
                    <a16:rowId xmlns:a16="http://schemas.microsoft.com/office/drawing/2014/main" val="2044844078"/>
                  </a:ext>
                </a:extLst>
              </a:tr>
              <a:tr h="487715">
                <a:tc>
                  <a:txBody>
                    <a:bodyPr/>
                    <a:lstStyle/>
                    <a:p>
                      <a:r>
                        <a:rPr lang="en-US" dirty="0"/>
                        <a:t>BAIDOO VICTORY ALEX</a:t>
                      </a:r>
                      <a:endParaRPr lang="en-GH" dirty="0"/>
                    </a:p>
                  </a:txBody>
                  <a:tcPr/>
                </a:tc>
                <a:tc>
                  <a:txBody>
                    <a:bodyPr/>
                    <a:lstStyle/>
                    <a:p>
                      <a:r>
                        <a:rPr lang="en-US" dirty="0"/>
                        <a:t>UEB0518625</a:t>
                      </a:r>
                      <a:endParaRPr lang="en-GH" dirty="0"/>
                    </a:p>
                  </a:txBody>
                  <a:tcPr/>
                </a:tc>
                <a:extLst>
                  <a:ext uri="{0D108BD9-81ED-4DB2-BD59-A6C34878D82A}">
                    <a16:rowId xmlns:a16="http://schemas.microsoft.com/office/drawing/2014/main" val="2790585813"/>
                  </a:ext>
                </a:extLst>
              </a:tr>
              <a:tr h="487715">
                <a:tc>
                  <a:txBody>
                    <a:bodyPr/>
                    <a:lstStyle/>
                    <a:p>
                      <a:r>
                        <a:rPr lang="en-US" dirty="0"/>
                        <a:t>OFORI ALEXANDER</a:t>
                      </a:r>
                      <a:endParaRPr lang="en-GH" dirty="0"/>
                    </a:p>
                  </a:txBody>
                  <a:tcPr/>
                </a:tc>
                <a:tc>
                  <a:txBody>
                    <a:bodyPr/>
                    <a:lstStyle/>
                    <a:p>
                      <a:r>
                        <a:rPr lang="en-US" dirty="0"/>
                        <a:t>UEB0511625</a:t>
                      </a:r>
                      <a:endParaRPr lang="en-GH" dirty="0"/>
                    </a:p>
                  </a:txBody>
                  <a:tcPr/>
                </a:tc>
                <a:extLst>
                  <a:ext uri="{0D108BD9-81ED-4DB2-BD59-A6C34878D82A}">
                    <a16:rowId xmlns:a16="http://schemas.microsoft.com/office/drawing/2014/main" val="966152458"/>
                  </a:ext>
                </a:extLst>
              </a:tr>
              <a:tr h="487715">
                <a:tc>
                  <a:txBody>
                    <a:bodyPr/>
                    <a:lstStyle/>
                    <a:p>
                      <a:r>
                        <a:rPr lang="en-US" dirty="0"/>
                        <a:t>HAMIDU ADNAN</a:t>
                      </a:r>
                      <a:endParaRPr lang="en-GH" dirty="0"/>
                    </a:p>
                  </a:txBody>
                  <a:tcPr/>
                </a:tc>
                <a:tc>
                  <a:txBody>
                    <a:bodyPr/>
                    <a:lstStyle/>
                    <a:p>
                      <a:r>
                        <a:rPr lang="en-US" dirty="0"/>
                        <a:t>UEB0514925</a:t>
                      </a:r>
                      <a:endParaRPr lang="en-GH" dirty="0"/>
                    </a:p>
                  </a:txBody>
                  <a:tcPr/>
                </a:tc>
                <a:extLst>
                  <a:ext uri="{0D108BD9-81ED-4DB2-BD59-A6C34878D82A}">
                    <a16:rowId xmlns:a16="http://schemas.microsoft.com/office/drawing/2014/main" val="1496798338"/>
                  </a:ext>
                </a:extLst>
              </a:tr>
              <a:tr h="487715">
                <a:tc>
                  <a:txBody>
                    <a:bodyPr/>
                    <a:lstStyle/>
                    <a:p>
                      <a:r>
                        <a:rPr lang="en-US" dirty="0"/>
                        <a:t>DAVID JESSE</a:t>
                      </a:r>
                      <a:endParaRPr lang="en-GH" dirty="0"/>
                    </a:p>
                  </a:txBody>
                  <a:tcPr/>
                </a:tc>
                <a:tc>
                  <a:txBody>
                    <a:bodyPr/>
                    <a:lstStyle/>
                    <a:p>
                      <a:r>
                        <a:rPr lang="en-US" dirty="0"/>
                        <a:t>UEB0514725</a:t>
                      </a:r>
                      <a:endParaRPr lang="en-GH" dirty="0"/>
                    </a:p>
                  </a:txBody>
                  <a:tcPr/>
                </a:tc>
                <a:extLst>
                  <a:ext uri="{0D108BD9-81ED-4DB2-BD59-A6C34878D82A}">
                    <a16:rowId xmlns:a16="http://schemas.microsoft.com/office/drawing/2014/main" val="803394106"/>
                  </a:ext>
                </a:extLst>
              </a:tr>
              <a:tr h="487715">
                <a:tc>
                  <a:txBody>
                    <a:bodyPr/>
                    <a:lstStyle/>
                    <a:p>
                      <a:r>
                        <a:rPr lang="en-US" dirty="0"/>
                        <a:t>OFORI ANDY ASIRIFI</a:t>
                      </a:r>
                      <a:endParaRPr lang="en-GH" dirty="0"/>
                    </a:p>
                  </a:txBody>
                  <a:tcPr/>
                </a:tc>
                <a:tc>
                  <a:txBody>
                    <a:bodyPr/>
                    <a:lstStyle/>
                    <a:p>
                      <a:r>
                        <a:rPr lang="en-US" dirty="0"/>
                        <a:t>UEB0512425</a:t>
                      </a:r>
                      <a:endParaRPr lang="en-GH" dirty="0"/>
                    </a:p>
                  </a:txBody>
                  <a:tcPr/>
                </a:tc>
                <a:extLst>
                  <a:ext uri="{0D108BD9-81ED-4DB2-BD59-A6C34878D82A}">
                    <a16:rowId xmlns:a16="http://schemas.microsoft.com/office/drawing/2014/main" val="2826433462"/>
                  </a:ext>
                </a:extLst>
              </a:tr>
              <a:tr h="487715">
                <a:tc>
                  <a:txBody>
                    <a:bodyPr/>
                    <a:lstStyle/>
                    <a:p>
                      <a:r>
                        <a:rPr lang="en-US" dirty="0"/>
                        <a:t>ABDUL-AZIZ SALIFU SAKANDEH</a:t>
                      </a:r>
                      <a:endParaRPr lang="en-GH" dirty="0"/>
                    </a:p>
                  </a:txBody>
                  <a:tcPr/>
                </a:tc>
                <a:tc>
                  <a:txBody>
                    <a:bodyPr/>
                    <a:lstStyle/>
                    <a:p>
                      <a:r>
                        <a:rPr lang="en-US" dirty="0"/>
                        <a:t>UEB0522825</a:t>
                      </a:r>
                      <a:endParaRPr lang="en-GH" dirty="0"/>
                    </a:p>
                  </a:txBody>
                  <a:tcPr/>
                </a:tc>
                <a:extLst>
                  <a:ext uri="{0D108BD9-81ED-4DB2-BD59-A6C34878D82A}">
                    <a16:rowId xmlns:a16="http://schemas.microsoft.com/office/drawing/2014/main" val="2332383709"/>
                  </a:ext>
                </a:extLst>
              </a:tr>
              <a:tr h="487715">
                <a:tc>
                  <a:txBody>
                    <a:bodyPr/>
                    <a:lstStyle/>
                    <a:p>
                      <a:r>
                        <a:rPr lang="en-US" dirty="0"/>
                        <a:t>GYAN NATHANIEL</a:t>
                      </a:r>
                      <a:endParaRPr lang="en-GH" dirty="0"/>
                    </a:p>
                  </a:txBody>
                  <a:tcPr/>
                </a:tc>
                <a:tc>
                  <a:txBody>
                    <a:bodyPr/>
                    <a:lstStyle/>
                    <a:p>
                      <a:r>
                        <a:rPr lang="en-US" dirty="0"/>
                        <a:t>UEB0516225</a:t>
                      </a:r>
                      <a:endParaRPr lang="en-GH" dirty="0"/>
                    </a:p>
                  </a:txBody>
                  <a:tcPr/>
                </a:tc>
                <a:extLst>
                  <a:ext uri="{0D108BD9-81ED-4DB2-BD59-A6C34878D82A}">
                    <a16:rowId xmlns:a16="http://schemas.microsoft.com/office/drawing/2014/main" val="2501655069"/>
                  </a:ext>
                </a:extLst>
              </a:tr>
              <a:tr h="487715">
                <a:tc>
                  <a:txBody>
                    <a:bodyPr/>
                    <a:lstStyle/>
                    <a:p>
                      <a:r>
                        <a:rPr lang="en-US" dirty="0"/>
                        <a:t>ALAHASSAN FARHAN KANKO</a:t>
                      </a:r>
                      <a:endParaRPr lang="en-GH" dirty="0"/>
                    </a:p>
                  </a:txBody>
                  <a:tcPr/>
                </a:tc>
                <a:tc>
                  <a:txBody>
                    <a:bodyPr/>
                    <a:lstStyle/>
                    <a:p>
                      <a:r>
                        <a:rPr lang="en-US" dirty="0"/>
                        <a:t>UEB0517425</a:t>
                      </a:r>
                    </a:p>
                  </a:txBody>
                  <a:tcPr/>
                </a:tc>
                <a:extLst>
                  <a:ext uri="{0D108BD9-81ED-4DB2-BD59-A6C34878D82A}">
                    <a16:rowId xmlns:a16="http://schemas.microsoft.com/office/drawing/2014/main" val="3270344432"/>
                  </a:ext>
                </a:extLst>
              </a:tr>
            </a:tbl>
          </a:graphicData>
        </a:graphic>
      </p:graphicFrame>
      <p:sp>
        <p:nvSpPr>
          <p:cNvPr id="6" name="TextBox 5">
            <a:extLst>
              <a:ext uri="{FF2B5EF4-FFF2-40B4-BE49-F238E27FC236}">
                <a16:creationId xmlns:a16="http://schemas.microsoft.com/office/drawing/2014/main" id="{BE712BFB-3140-C01A-BC9D-8CECFAD8C99C}"/>
              </a:ext>
            </a:extLst>
          </p:cNvPr>
          <p:cNvSpPr txBox="1"/>
          <p:nvPr/>
        </p:nvSpPr>
        <p:spPr>
          <a:xfrm>
            <a:off x="6848936" y="1943100"/>
            <a:ext cx="5122634" cy="3046988"/>
          </a:xfrm>
          <a:prstGeom prst="rect">
            <a:avLst/>
          </a:prstGeom>
          <a:noFill/>
        </p:spPr>
        <p:txBody>
          <a:bodyPr wrap="square" rtlCol="0">
            <a:spAutoFit/>
          </a:bodyPr>
          <a:lstStyle/>
          <a:p>
            <a:pPr algn="ctr"/>
            <a:r>
              <a:rPr lang="en-US" sz="9600" b="1" dirty="0">
                <a:latin typeface="Times New Roman" panose="02020603050405020304" pitchFamily="18" charset="0"/>
                <a:cs typeface="Times New Roman" panose="02020603050405020304" pitchFamily="18" charset="0"/>
              </a:rPr>
              <a:t>THANK </a:t>
            </a:r>
          </a:p>
          <a:p>
            <a:pPr algn="ctr"/>
            <a:r>
              <a:rPr lang="en-US" sz="9600" b="1" dirty="0">
                <a:latin typeface="Times New Roman" panose="02020603050405020304" pitchFamily="18" charset="0"/>
                <a:cs typeface="Times New Roman" panose="02020603050405020304" pitchFamily="18" charset="0"/>
              </a:rPr>
              <a:t>YOU</a:t>
            </a:r>
            <a:endParaRPr lang="en-GH" sz="9600" b="1" dirty="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5EB512BF-DFE6-B633-D46F-844A866943C9}"/>
              </a:ext>
            </a:extLst>
          </p:cNvPr>
          <p:cNvSpPr>
            <a:spLocks noGrp="1"/>
          </p:cNvSpPr>
          <p:nvPr>
            <p:ph type="sldNum" sz="quarter" idx="12"/>
          </p:nvPr>
        </p:nvSpPr>
        <p:spPr/>
        <p:txBody>
          <a:bodyPr/>
          <a:lstStyle/>
          <a:p>
            <a:fld id="{D0BF8645-C839-45DF-AEB8-FDDC90870F86}" type="slidenum">
              <a:rPr lang="en-US" smtClean="0"/>
              <a:t>15</a:t>
            </a:fld>
            <a:endParaRPr lang="en-US"/>
          </a:p>
        </p:txBody>
      </p:sp>
    </p:spTree>
    <p:extLst>
      <p:ext uri="{BB962C8B-B14F-4D97-AF65-F5344CB8AC3E}">
        <p14:creationId xmlns:p14="http://schemas.microsoft.com/office/powerpoint/2010/main" val="18534589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439</TotalTime>
  <Words>440</Words>
  <Application>Microsoft Office PowerPoint</Application>
  <PresentationFormat>Widescreen</PresentationFormat>
  <Paragraphs>82</Paragraphs>
  <Slides>15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Aptos</vt:lpstr>
      <vt:lpstr>Arial</vt:lpstr>
      <vt:lpstr>Arial Black</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Lord Ofori</dc:creator>
  <cp:lastModifiedBy>Peter Kwabena Dzaku</cp:lastModifiedBy>
  <cp:revision>21</cp:revision>
  <dcterms:created xsi:type="dcterms:W3CDTF">2026-02-16T20:13:44Z</dcterms:created>
  <dcterms:modified xsi:type="dcterms:W3CDTF">2026-02-17T05:50:31Z</dcterms:modified>
</cp:coreProperties>
</file>